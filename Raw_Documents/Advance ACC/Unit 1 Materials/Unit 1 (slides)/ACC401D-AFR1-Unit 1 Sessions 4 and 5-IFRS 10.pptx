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6"/>
  </p:notesMasterIdLst>
  <p:sldIdLst>
    <p:sldId id="256" r:id="rId2"/>
    <p:sldId id="304" r:id="rId3"/>
    <p:sldId id="262" r:id="rId4"/>
    <p:sldId id="313" r:id="rId5"/>
    <p:sldId id="314" r:id="rId6"/>
    <p:sldId id="275" r:id="rId7"/>
    <p:sldId id="315" r:id="rId8"/>
    <p:sldId id="261" r:id="rId9"/>
    <p:sldId id="263" r:id="rId10"/>
    <p:sldId id="318" r:id="rId11"/>
    <p:sldId id="264" r:id="rId12"/>
    <p:sldId id="319" r:id="rId13"/>
    <p:sldId id="316" r:id="rId14"/>
    <p:sldId id="32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455E6A-8E89-49BC-B886-70D6D0F91890}" v="21" dt="2026-01-27T16:58:12.8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p:cViewPr>
        <p:scale>
          <a:sx n="56" d="100"/>
          <a:sy n="56" d="100"/>
        </p:scale>
        <p:origin x="1528"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mfort ANIPA" userId="c4bd65e3adbd3b1a" providerId="LiveId" clId="{F1A02D38-8ADC-4A75-9B32-68CD144AD12C}"/>
    <pc:docChg chg="undo custSel addSld delSld modSld sldOrd">
      <pc:chgData name="Comfort ANIPA" userId="c4bd65e3adbd3b1a" providerId="LiveId" clId="{F1A02D38-8ADC-4A75-9B32-68CD144AD12C}" dt="2026-01-27T17:12:32.242" v="827" actId="113"/>
      <pc:docMkLst>
        <pc:docMk/>
      </pc:docMkLst>
      <pc:sldChg chg="modSp add del mod">
        <pc:chgData name="Comfort ANIPA" userId="c4bd65e3adbd3b1a" providerId="LiveId" clId="{F1A02D38-8ADC-4A75-9B32-68CD144AD12C}" dt="2026-01-27T08:20:47.241" v="630" actId="47"/>
        <pc:sldMkLst>
          <pc:docMk/>
          <pc:sldMk cId="0" sldId="256"/>
        </pc:sldMkLst>
        <pc:spChg chg="mod">
          <ac:chgData name="Comfort ANIPA" userId="c4bd65e3adbd3b1a" providerId="LiveId" clId="{F1A02D38-8ADC-4A75-9B32-68CD144AD12C}" dt="2026-01-25T00:13:35.715" v="15" actId="20577"/>
          <ac:spMkLst>
            <pc:docMk/>
            <pc:sldMk cId="0" sldId="256"/>
            <ac:spMk id="3" creationId="{00000000-0000-0000-0000-000000000000}"/>
          </ac:spMkLst>
        </pc:spChg>
      </pc:sldChg>
      <pc:sldChg chg="del">
        <pc:chgData name="Comfort ANIPA" userId="c4bd65e3adbd3b1a" providerId="LiveId" clId="{F1A02D38-8ADC-4A75-9B32-68CD144AD12C}" dt="2026-01-27T05:31:45.692" v="16" actId="47"/>
        <pc:sldMkLst>
          <pc:docMk/>
          <pc:sldMk cId="0" sldId="257"/>
        </pc:sldMkLst>
      </pc:sldChg>
      <pc:sldChg chg="del">
        <pc:chgData name="Comfort ANIPA" userId="c4bd65e3adbd3b1a" providerId="LiveId" clId="{F1A02D38-8ADC-4A75-9B32-68CD144AD12C}" dt="2026-01-27T05:31:45.692" v="16" actId="47"/>
        <pc:sldMkLst>
          <pc:docMk/>
          <pc:sldMk cId="0" sldId="258"/>
        </pc:sldMkLst>
      </pc:sldChg>
      <pc:sldChg chg="del">
        <pc:chgData name="Comfort ANIPA" userId="c4bd65e3adbd3b1a" providerId="LiveId" clId="{F1A02D38-8ADC-4A75-9B32-68CD144AD12C}" dt="2026-01-27T05:31:45.692" v="16" actId="47"/>
        <pc:sldMkLst>
          <pc:docMk/>
          <pc:sldMk cId="0" sldId="259"/>
        </pc:sldMkLst>
      </pc:sldChg>
      <pc:sldChg chg="del">
        <pc:chgData name="Comfort ANIPA" userId="c4bd65e3adbd3b1a" providerId="LiveId" clId="{F1A02D38-8ADC-4A75-9B32-68CD144AD12C}" dt="2026-01-27T05:31:45.692" v="16" actId="47"/>
        <pc:sldMkLst>
          <pc:docMk/>
          <pc:sldMk cId="0" sldId="260"/>
        </pc:sldMkLst>
      </pc:sldChg>
      <pc:sldChg chg="modSp add del mod ord">
        <pc:chgData name="Comfort ANIPA" userId="c4bd65e3adbd3b1a" providerId="LiveId" clId="{F1A02D38-8ADC-4A75-9B32-68CD144AD12C}" dt="2026-01-27T08:20:59.701" v="637" actId="47"/>
        <pc:sldMkLst>
          <pc:docMk/>
          <pc:sldMk cId="0" sldId="261"/>
        </pc:sldMkLst>
        <pc:spChg chg="mod">
          <ac:chgData name="Comfort ANIPA" userId="c4bd65e3adbd3b1a" providerId="LiveId" clId="{F1A02D38-8ADC-4A75-9B32-68CD144AD12C}" dt="2026-01-27T08:10:03.801" v="485" actId="20577"/>
          <ac:spMkLst>
            <pc:docMk/>
            <pc:sldMk cId="0" sldId="261"/>
            <ac:spMk id="2" creationId="{00000000-0000-0000-0000-000000000000}"/>
          </ac:spMkLst>
        </pc:spChg>
        <pc:spChg chg="mod">
          <ac:chgData name="Comfort ANIPA" userId="c4bd65e3adbd3b1a" providerId="LiveId" clId="{F1A02D38-8ADC-4A75-9B32-68CD144AD12C}" dt="2026-01-27T08:11:33.592" v="490" actId="6549"/>
          <ac:spMkLst>
            <pc:docMk/>
            <pc:sldMk cId="0" sldId="261"/>
            <ac:spMk id="3" creationId="{00000000-0000-0000-0000-000000000000}"/>
          </ac:spMkLst>
        </pc:spChg>
      </pc:sldChg>
      <pc:sldChg chg="modSp add del mod">
        <pc:chgData name="Comfort ANIPA" userId="c4bd65e3adbd3b1a" providerId="LiveId" clId="{F1A02D38-8ADC-4A75-9B32-68CD144AD12C}" dt="2026-01-27T08:20:54.831" v="632" actId="47"/>
        <pc:sldMkLst>
          <pc:docMk/>
          <pc:sldMk cId="0" sldId="262"/>
        </pc:sldMkLst>
        <pc:spChg chg="mod">
          <ac:chgData name="Comfort ANIPA" userId="c4bd65e3adbd3b1a" providerId="LiveId" clId="{F1A02D38-8ADC-4A75-9B32-68CD144AD12C}" dt="2026-01-27T06:04:47.702" v="76" actId="20577"/>
          <ac:spMkLst>
            <pc:docMk/>
            <pc:sldMk cId="0" sldId="262"/>
            <ac:spMk id="2" creationId="{00000000-0000-0000-0000-000000000000}"/>
          </ac:spMkLst>
        </pc:spChg>
        <pc:spChg chg="mod">
          <ac:chgData name="Comfort ANIPA" userId="c4bd65e3adbd3b1a" providerId="LiveId" clId="{F1A02D38-8ADC-4A75-9B32-68CD144AD12C}" dt="2026-01-27T06:12:50.624" v="94" actId="6549"/>
          <ac:spMkLst>
            <pc:docMk/>
            <pc:sldMk cId="0" sldId="262"/>
            <ac:spMk id="3" creationId="{00000000-0000-0000-0000-000000000000}"/>
          </ac:spMkLst>
        </pc:spChg>
      </pc:sldChg>
      <pc:sldChg chg="modSp add del mod">
        <pc:chgData name="Comfort ANIPA" userId="c4bd65e3adbd3b1a" providerId="LiveId" clId="{F1A02D38-8ADC-4A75-9B32-68CD144AD12C}" dt="2026-01-27T17:01:30.839" v="800" actId="113"/>
        <pc:sldMkLst>
          <pc:docMk/>
          <pc:sldMk cId="0" sldId="263"/>
        </pc:sldMkLst>
        <pc:spChg chg="mod">
          <ac:chgData name="Comfort ANIPA" userId="c4bd65e3adbd3b1a" providerId="LiveId" clId="{F1A02D38-8ADC-4A75-9B32-68CD144AD12C}" dt="2026-01-27T17:01:30.839" v="800" actId="113"/>
          <ac:spMkLst>
            <pc:docMk/>
            <pc:sldMk cId="0" sldId="263"/>
            <ac:spMk id="2" creationId="{00000000-0000-0000-0000-000000000000}"/>
          </ac:spMkLst>
        </pc:spChg>
        <pc:spChg chg="mod">
          <ac:chgData name="Comfort ANIPA" userId="c4bd65e3adbd3b1a" providerId="LiveId" clId="{F1A02D38-8ADC-4A75-9B32-68CD144AD12C}" dt="2026-01-27T17:01:03.702" v="798" actId="14100"/>
          <ac:spMkLst>
            <pc:docMk/>
            <pc:sldMk cId="0" sldId="263"/>
            <ac:spMk id="3" creationId="{00000000-0000-0000-0000-000000000000}"/>
          </ac:spMkLst>
        </pc:spChg>
      </pc:sldChg>
      <pc:sldChg chg="modSp add del mod ord">
        <pc:chgData name="Comfort ANIPA" userId="c4bd65e3adbd3b1a" providerId="LiveId" clId="{F1A02D38-8ADC-4A75-9B32-68CD144AD12C}" dt="2026-01-27T17:06:01.810" v="811" actId="113"/>
        <pc:sldMkLst>
          <pc:docMk/>
          <pc:sldMk cId="0" sldId="264"/>
        </pc:sldMkLst>
        <pc:spChg chg="mod">
          <ac:chgData name="Comfort ANIPA" userId="c4bd65e3adbd3b1a" providerId="LiveId" clId="{F1A02D38-8ADC-4A75-9B32-68CD144AD12C}" dt="2026-01-27T17:06:01.810" v="811" actId="113"/>
          <ac:spMkLst>
            <pc:docMk/>
            <pc:sldMk cId="0" sldId="264"/>
            <ac:spMk id="2" creationId="{00000000-0000-0000-0000-000000000000}"/>
          </ac:spMkLst>
        </pc:spChg>
        <pc:spChg chg="mod">
          <ac:chgData name="Comfort ANIPA" userId="c4bd65e3adbd3b1a" providerId="LiveId" clId="{F1A02D38-8ADC-4A75-9B32-68CD144AD12C}" dt="2026-01-27T17:04:05.991" v="810" actId="6549"/>
          <ac:spMkLst>
            <pc:docMk/>
            <pc:sldMk cId="0" sldId="264"/>
            <ac:spMk id="3" creationId="{00000000-0000-0000-0000-000000000000}"/>
          </ac:spMkLst>
        </pc:spChg>
      </pc:sldChg>
      <pc:sldChg chg="del">
        <pc:chgData name="Comfort ANIPA" userId="c4bd65e3adbd3b1a" providerId="LiveId" clId="{F1A02D38-8ADC-4A75-9B32-68CD144AD12C}" dt="2026-01-27T08:19:38.582" v="608" actId="47"/>
        <pc:sldMkLst>
          <pc:docMk/>
          <pc:sldMk cId="0" sldId="265"/>
        </pc:sldMkLst>
      </pc:sldChg>
      <pc:sldChg chg="del">
        <pc:chgData name="Comfort ANIPA" userId="c4bd65e3adbd3b1a" providerId="LiveId" clId="{F1A02D38-8ADC-4A75-9B32-68CD144AD12C}" dt="2026-01-27T05:31:45.692" v="16" actId="47"/>
        <pc:sldMkLst>
          <pc:docMk/>
          <pc:sldMk cId="0" sldId="274"/>
        </pc:sldMkLst>
      </pc:sldChg>
      <pc:sldChg chg="modSp add del mod ord">
        <pc:chgData name="Comfort ANIPA" userId="c4bd65e3adbd3b1a" providerId="LiveId" clId="{F1A02D38-8ADC-4A75-9B32-68CD144AD12C}" dt="2026-01-27T16:59:48.699" v="793" actId="113"/>
        <pc:sldMkLst>
          <pc:docMk/>
          <pc:sldMk cId="0" sldId="275"/>
        </pc:sldMkLst>
        <pc:spChg chg="mod">
          <ac:chgData name="Comfort ANIPA" userId="c4bd65e3adbd3b1a" providerId="LiveId" clId="{F1A02D38-8ADC-4A75-9B32-68CD144AD12C}" dt="2026-01-27T16:59:48.699" v="793" actId="113"/>
          <ac:spMkLst>
            <pc:docMk/>
            <pc:sldMk cId="0" sldId="275"/>
            <ac:spMk id="2" creationId="{00000000-0000-0000-0000-000000000000}"/>
          </ac:spMkLst>
        </pc:spChg>
        <pc:spChg chg="mod">
          <ac:chgData name="Comfort ANIPA" userId="c4bd65e3adbd3b1a" providerId="LiveId" clId="{F1A02D38-8ADC-4A75-9B32-68CD144AD12C}" dt="2026-01-27T16:59:36.508" v="792" actId="113"/>
          <ac:spMkLst>
            <pc:docMk/>
            <pc:sldMk cId="0" sldId="275"/>
            <ac:spMk id="3" creationId="{00000000-0000-0000-0000-000000000000}"/>
          </ac:spMkLst>
        </pc:spChg>
      </pc:sldChg>
      <pc:sldChg chg="del">
        <pc:chgData name="Comfort ANIPA" userId="c4bd65e3adbd3b1a" providerId="LiveId" clId="{F1A02D38-8ADC-4A75-9B32-68CD144AD12C}" dt="2026-01-27T05:31:45.692" v="16" actId="47"/>
        <pc:sldMkLst>
          <pc:docMk/>
          <pc:sldMk cId="0" sldId="276"/>
        </pc:sldMkLst>
      </pc:sldChg>
      <pc:sldChg chg="del">
        <pc:chgData name="Comfort ANIPA" userId="c4bd65e3adbd3b1a" providerId="LiveId" clId="{F1A02D38-8ADC-4A75-9B32-68CD144AD12C}" dt="2026-01-27T05:31:45.692" v="16" actId="47"/>
        <pc:sldMkLst>
          <pc:docMk/>
          <pc:sldMk cId="0" sldId="277"/>
        </pc:sldMkLst>
      </pc:sldChg>
      <pc:sldChg chg="del">
        <pc:chgData name="Comfort ANIPA" userId="c4bd65e3adbd3b1a" providerId="LiveId" clId="{F1A02D38-8ADC-4A75-9B32-68CD144AD12C}" dt="2026-01-27T05:31:45.692" v="16" actId="47"/>
        <pc:sldMkLst>
          <pc:docMk/>
          <pc:sldMk cId="0" sldId="278"/>
        </pc:sldMkLst>
      </pc:sldChg>
      <pc:sldChg chg="del">
        <pc:chgData name="Comfort ANIPA" userId="c4bd65e3adbd3b1a" providerId="LiveId" clId="{F1A02D38-8ADC-4A75-9B32-68CD144AD12C}" dt="2026-01-27T05:31:45.692" v="16" actId="47"/>
        <pc:sldMkLst>
          <pc:docMk/>
          <pc:sldMk cId="0" sldId="279"/>
        </pc:sldMkLst>
      </pc:sldChg>
      <pc:sldChg chg="add del">
        <pc:chgData name="Comfort ANIPA" userId="c4bd65e3adbd3b1a" providerId="LiveId" clId="{F1A02D38-8ADC-4A75-9B32-68CD144AD12C}" dt="2026-01-27T08:22:36.474" v="653" actId="47"/>
        <pc:sldMkLst>
          <pc:docMk/>
          <pc:sldMk cId="0" sldId="280"/>
        </pc:sldMkLst>
      </pc:sldChg>
      <pc:sldChg chg="add del">
        <pc:chgData name="Comfort ANIPA" userId="c4bd65e3adbd3b1a" providerId="LiveId" clId="{F1A02D38-8ADC-4A75-9B32-68CD144AD12C}" dt="2026-01-27T08:22:33.255" v="652" actId="47"/>
        <pc:sldMkLst>
          <pc:docMk/>
          <pc:sldMk cId="0" sldId="281"/>
        </pc:sldMkLst>
      </pc:sldChg>
      <pc:sldChg chg="add del">
        <pc:chgData name="Comfort ANIPA" userId="c4bd65e3adbd3b1a" providerId="LiveId" clId="{F1A02D38-8ADC-4A75-9B32-68CD144AD12C}" dt="2026-01-27T08:22:33.255" v="652" actId="47"/>
        <pc:sldMkLst>
          <pc:docMk/>
          <pc:sldMk cId="0" sldId="282"/>
        </pc:sldMkLst>
      </pc:sldChg>
      <pc:sldChg chg="add del">
        <pc:chgData name="Comfort ANIPA" userId="c4bd65e3adbd3b1a" providerId="LiveId" clId="{F1A02D38-8ADC-4A75-9B32-68CD144AD12C}" dt="2026-01-27T08:22:33.255" v="652" actId="47"/>
        <pc:sldMkLst>
          <pc:docMk/>
          <pc:sldMk cId="0" sldId="283"/>
        </pc:sldMkLst>
      </pc:sldChg>
      <pc:sldChg chg="add del">
        <pc:chgData name="Comfort ANIPA" userId="c4bd65e3adbd3b1a" providerId="LiveId" clId="{F1A02D38-8ADC-4A75-9B32-68CD144AD12C}" dt="2026-01-27T08:22:33.255" v="652" actId="47"/>
        <pc:sldMkLst>
          <pc:docMk/>
          <pc:sldMk cId="0" sldId="284"/>
        </pc:sldMkLst>
      </pc:sldChg>
      <pc:sldChg chg="del">
        <pc:chgData name="Comfort ANIPA" userId="c4bd65e3adbd3b1a" providerId="LiveId" clId="{F1A02D38-8ADC-4A75-9B32-68CD144AD12C}" dt="2026-01-27T08:20:38.645" v="609" actId="47"/>
        <pc:sldMkLst>
          <pc:docMk/>
          <pc:sldMk cId="0" sldId="285"/>
        </pc:sldMkLst>
      </pc:sldChg>
      <pc:sldChg chg="del">
        <pc:chgData name="Comfort ANIPA" userId="c4bd65e3adbd3b1a" providerId="LiveId" clId="{F1A02D38-8ADC-4A75-9B32-68CD144AD12C}" dt="2026-01-27T08:20:39.210" v="610" actId="47"/>
        <pc:sldMkLst>
          <pc:docMk/>
          <pc:sldMk cId="0" sldId="286"/>
        </pc:sldMkLst>
      </pc:sldChg>
      <pc:sldChg chg="del">
        <pc:chgData name="Comfort ANIPA" userId="c4bd65e3adbd3b1a" providerId="LiveId" clId="{F1A02D38-8ADC-4A75-9B32-68CD144AD12C}" dt="2026-01-27T08:20:38.645" v="609" actId="47"/>
        <pc:sldMkLst>
          <pc:docMk/>
          <pc:sldMk cId="0" sldId="287"/>
        </pc:sldMkLst>
      </pc:sldChg>
      <pc:sldChg chg="del">
        <pc:chgData name="Comfort ANIPA" userId="c4bd65e3adbd3b1a" providerId="LiveId" clId="{F1A02D38-8ADC-4A75-9B32-68CD144AD12C}" dt="2026-01-27T08:20:38.645" v="609" actId="47"/>
        <pc:sldMkLst>
          <pc:docMk/>
          <pc:sldMk cId="0" sldId="289"/>
        </pc:sldMkLst>
      </pc:sldChg>
      <pc:sldChg chg="del">
        <pc:chgData name="Comfort ANIPA" userId="c4bd65e3adbd3b1a" providerId="LiveId" clId="{F1A02D38-8ADC-4A75-9B32-68CD144AD12C}" dt="2026-01-27T08:20:38.645" v="609" actId="47"/>
        <pc:sldMkLst>
          <pc:docMk/>
          <pc:sldMk cId="0" sldId="290"/>
        </pc:sldMkLst>
      </pc:sldChg>
      <pc:sldChg chg="del">
        <pc:chgData name="Comfort ANIPA" userId="c4bd65e3adbd3b1a" providerId="LiveId" clId="{F1A02D38-8ADC-4A75-9B32-68CD144AD12C}" dt="2026-01-27T08:20:38.645" v="609" actId="47"/>
        <pc:sldMkLst>
          <pc:docMk/>
          <pc:sldMk cId="0" sldId="291"/>
        </pc:sldMkLst>
      </pc:sldChg>
      <pc:sldChg chg="del">
        <pc:chgData name="Comfort ANIPA" userId="c4bd65e3adbd3b1a" providerId="LiveId" clId="{F1A02D38-8ADC-4A75-9B32-68CD144AD12C}" dt="2026-01-27T08:20:38.645" v="609" actId="47"/>
        <pc:sldMkLst>
          <pc:docMk/>
          <pc:sldMk cId="0" sldId="292"/>
        </pc:sldMkLst>
      </pc:sldChg>
      <pc:sldChg chg="del">
        <pc:chgData name="Comfort ANIPA" userId="c4bd65e3adbd3b1a" providerId="LiveId" clId="{F1A02D38-8ADC-4A75-9B32-68CD144AD12C}" dt="2026-01-27T08:20:38.645" v="609" actId="47"/>
        <pc:sldMkLst>
          <pc:docMk/>
          <pc:sldMk cId="0" sldId="293"/>
        </pc:sldMkLst>
      </pc:sldChg>
      <pc:sldChg chg="del">
        <pc:chgData name="Comfort ANIPA" userId="c4bd65e3adbd3b1a" providerId="LiveId" clId="{F1A02D38-8ADC-4A75-9B32-68CD144AD12C}" dt="2026-01-27T05:31:45.692" v="16" actId="47"/>
        <pc:sldMkLst>
          <pc:docMk/>
          <pc:sldMk cId="0" sldId="294"/>
        </pc:sldMkLst>
      </pc:sldChg>
      <pc:sldChg chg="del">
        <pc:chgData name="Comfort ANIPA" userId="c4bd65e3adbd3b1a" providerId="LiveId" clId="{F1A02D38-8ADC-4A75-9B32-68CD144AD12C}" dt="2026-01-27T05:31:45.692" v="16" actId="47"/>
        <pc:sldMkLst>
          <pc:docMk/>
          <pc:sldMk cId="0" sldId="295"/>
        </pc:sldMkLst>
      </pc:sldChg>
      <pc:sldChg chg="del">
        <pc:chgData name="Comfort ANIPA" userId="c4bd65e3adbd3b1a" providerId="LiveId" clId="{F1A02D38-8ADC-4A75-9B32-68CD144AD12C}" dt="2026-01-27T05:31:45.692" v="16" actId="47"/>
        <pc:sldMkLst>
          <pc:docMk/>
          <pc:sldMk cId="0" sldId="296"/>
        </pc:sldMkLst>
      </pc:sldChg>
      <pc:sldChg chg="del">
        <pc:chgData name="Comfort ANIPA" userId="c4bd65e3adbd3b1a" providerId="LiveId" clId="{F1A02D38-8ADC-4A75-9B32-68CD144AD12C}" dt="2026-01-27T08:20:38.645" v="609" actId="47"/>
        <pc:sldMkLst>
          <pc:docMk/>
          <pc:sldMk cId="0" sldId="297"/>
        </pc:sldMkLst>
      </pc:sldChg>
      <pc:sldChg chg="del">
        <pc:chgData name="Comfort ANIPA" userId="c4bd65e3adbd3b1a" providerId="LiveId" clId="{F1A02D38-8ADC-4A75-9B32-68CD144AD12C}" dt="2026-01-27T08:20:38.645" v="609" actId="47"/>
        <pc:sldMkLst>
          <pc:docMk/>
          <pc:sldMk cId="0" sldId="298"/>
        </pc:sldMkLst>
      </pc:sldChg>
      <pc:sldChg chg="del">
        <pc:chgData name="Comfort ANIPA" userId="c4bd65e3adbd3b1a" providerId="LiveId" clId="{F1A02D38-8ADC-4A75-9B32-68CD144AD12C}" dt="2026-01-27T05:31:45.692" v="16" actId="47"/>
        <pc:sldMkLst>
          <pc:docMk/>
          <pc:sldMk cId="0" sldId="299"/>
        </pc:sldMkLst>
      </pc:sldChg>
      <pc:sldChg chg="del">
        <pc:chgData name="Comfort ANIPA" userId="c4bd65e3adbd3b1a" providerId="LiveId" clId="{F1A02D38-8ADC-4A75-9B32-68CD144AD12C}" dt="2026-01-27T05:31:45.692" v="16" actId="47"/>
        <pc:sldMkLst>
          <pc:docMk/>
          <pc:sldMk cId="0" sldId="300"/>
        </pc:sldMkLst>
      </pc:sldChg>
      <pc:sldChg chg="del">
        <pc:chgData name="Comfort ANIPA" userId="c4bd65e3adbd3b1a" providerId="LiveId" clId="{F1A02D38-8ADC-4A75-9B32-68CD144AD12C}" dt="2026-01-27T05:31:45.692" v="16" actId="47"/>
        <pc:sldMkLst>
          <pc:docMk/>
          <pc:sldMk cId="0" sldId="301"/>
        </pc:sldMkLst>
      </pc:sldChg>
      <pc:sldChg chg="del">
        <pc:chgData name="Comfort ANIPA" userId="c4bd65e3adbd3b1a" providerId="LiveId" clId="{F1A02D38-8ADC-4A75-9B32-68CD144AD12C}" dt="2026-01-27T05:31:45.692" v="16" actId="47"/>
        <pc:sldMkLst>
          <pc:docMk/>
          <pc:sldMk cId="0" sldId="302"/>
        </pc:sldMkLst>
      </pc:sldChg>
      <pc:sldChg chg="del">
        <pc:chgData name="Comfort ANIPA" userId="c4bd65e3adbd3b1a" providerId="LiveId" clId="{F1A02D38-8ADC-4A75-9B32-68CD144AD12C}" dt="2026-01-27T05:31:45.692" v="16" actId="47"/>
        <pc:sldMkLst>
          <pc:docMk/>
          <pc:sldMk cId="0" sldId="303"/>
        </pc:sldMkLst>
      </pc:sldChg>
      <pc:sldChg chg="modSp add del mod">
        <pc:chgData name="Comfort ANIPA" userId="c4bd65e3adbd3b1a" providerId="LiveId" clId="{F1A02D38-8ADC-4A75-9B32-68CD144AD12C}" dt="2026-01-27T16:50:45.413" v="755" actId="5793"/>
        <pc:sldMkLst>
          <pc:docMk/>
          <pc:sldMk cId="2283573053" sldId="304"/>
        </pc:sldMkLst>
        <pc:spChg chg="mod">
          <ac:chgData name="Comfort ANIPA" userId="c4bd65e3adbd3b1a" providerId="LiveId" clId="{F1A02D38-8ADC-4A75-9B32-68CD144AD12C}" dt="2026-01-27T16:50:45.413" v="755" actId="5793"/>
          <ac:spMkLst>
            <pc:docMk/>
            <pc:sldMk cId="2283573053" sldId="304"/>
            <ac:spMk id="6" creationId="{00000000-0000-0000-0000-000000000000}"/>
          </ac:spMkLst>
        </pc:spChg>
      </pc:sldChg>
      <pc:sldChg chg="del">
        <pc:chgData name="Comfort ANIPA" userId="c4bd65e3adbd3b1a" providerId="LiveId" clId="{F1A02D38-8ADC-4A75-9B32-68CD144AD12C}" dt="2026-01-27T05:31:45.692" v="16" actId="47"/>
        <pc:sldMkLst>
          <pc:docMk/>
          <pc:sldMk cId="3887861592" sldId="305"/>
        </pc:sldMkLst>
      </pc:sldChg>
      <pc:sldChg chg="del">
        <pc:chgData name="Comfort ANIPA" userId="c4bd65e3adbd3b1a" providerId="LiveId" clId="{F1A02D38-8ADC-4A75-9B32-68CD144AD12C}" dt="2026-01-27T05:31:45.692" v="16" actId="47"/>
        <pc:sldMkLst>
          <pc:docMk/>
          <pc:sldMk cId="722174676" sldId="306"/>
        </pc:sldMkLst>
      </pc:sldChg>
      <pc:sldChg chg="del">
        <pc:chgData name="Comfort ANIPA" userId="c4bd65e3adbd3b1a" providerId="LiveId" clId="{F1A02D38-8ADC-4A75-9B32-68CD144AD12C}" dt="2026-01-27T08:20:38.645" v="609" actId="47"/>
        <pc:sldMkLst>
          <pc:docMk/>
          <pc:sldMk cId="4235007771" sldId="307"/>
        </pc:sldMkLst>
      </pc:sldChg>
      <pc:sldChg chg="del">
        <pc:chgData name="Comfort ANIPA" userId="c4bd65e3adbd3b1a" providerId="LiveId" clId="{F1A02D38-8ADC-4A75-9B32-68CD144AD12C}" dt="2026-01-27T08:20:38.645" v="609" actId="47"/>
        <pc:sldMkLst>
          <pc:docMk/>
          <pc:sldMk cId="2939536093" sldId="308"/>
        </pc:sldMkLst>
      </pc:sldChg>
      <pc:sldChg chg="del">
        <pc:chgData name="Comfort ANIPA" userId="c4bd65e3adbd3b1a" providerId="LiveId" clId="{F1A02D38-8ADC-4A75-9B32-68CD144AD12C}" dt="2026-01-27T08:20:38.645" v="609" actId="47"/>
        <pc:sldMkLst>
          <pc:docMk/>
          <pc:sldMk cId="2787511718" sldId="309"/>
        </pc:sldMkLst>
      </pc:sldChg>
      <pc:sldChg chg="del">
        <pc:chgData name="Comfort ANIPA" userId="c4bd65e3adbd3b1a" providerId="LiveId" clId="{F1A02D38-8ADC-4A75-9B32-68CD144AD12C}" dt="2026-01-27T08:20:38.645" v="609" actId="47"/>
        <pc:sldMkLst>
          <pc:docMk/>
          <pc:sldMk cId="2581653474" sldId="311"/>
        </pc:sldMkLst>
      </pc:sldChg>
      <pc:sldChg chg="del">
        <pc:chgData name="Comfort ANIPA" userId="c4bd65e3adbd3b1a" providerId="LiveId" clId="{F1A02D38-8ADC-4A75-9B32-68CD144AD12C}" dt="2026-01-27T08:20:38.645" v="609" actId="47"/>
        <pc:sldMkLst>
          <pc:docMk/>
          <pc:sldMk cId="378514155" sldId="312"/>
        </pc:sldMkLst>
      </pc:sldChg>
      <pc:sldChg chg="modSp new add del mod">
        <pc:chgData name="Comfort ANIPA" userId="c4bd65e3adbd3b1a" providerId="LiveId" clId="{F1A02D38-8ADC-4A75-9B32-68CD144AD12C}" dt="2026-01-27T16:58:38.930" v="785" actId="5793"/>
        <pc:sldMkLst>
          <pc:docMk/>
          <pc:sldMk cId="3147047883" sldId="313"/>
        </pc:sldMkLst>
        <pc:spChg chg="mod">
          <ac:chgData name="Comfort ANIPA" userId="c4bd65e3adbd3b1a" providerId="LiveId" clId="{F1A02D38-8ADC-4A75-9B32-68CD144AD12C}" dt="2026-01-27T16:55:16.518" v="768" actId="27636"/>
          <ac:spMkLst>
            <pc:docMk/>
            <pc:sldMk cId="3147047883" sldId="313"/>
            <ac:spMk id="2" creationId="{359AA6CD-3042-2DE7-9E6B-9EF9FC2FA1E9}"/>
          </ac:spMkLst>
        </pc:spChg>
        <pc:spChg chg="mod">
          <ac:chgData name="Comfort ANIPA" userId="c4bd65e3adbd3b1a" providerId="LiveId" clId="{F1A02D38-8ADC-4A75-9B32-68CD144AD12C}" dt="2026-01-27T16:58:38.930" v="785" actId="5793"/>
          <ac:spMkLst>
            <pc:docMk/>
            <pc:sldMk cId="3147047883" sldId="313"/>
            <ac:spMk id="6" creationId="{40109EB2-C6F2-B02D-EA79-3D0BC651ED4D}"/>
          </ac:spMkLst>
        </pc:spChg>
      </pc:sldChg>
      <pc:sldChg chg="modSp new add del mod">
        <pc:chgData name="Comfort ANIPA" userId="c4bd65e3adbd3b1a" providerId="LiveId" clId="{F1A02D38-8ADC-4A75-9B32-68CD144AD12C}" dt="2026-01-27T16:56:29.064" v="774" actId="27636"/>
        <pc:sldMkLst>
          <pc:docMk/>
          <pc:sldMk cId="1516252617" sldId="314"/>
        </pc:sldMkLst>
        <pc:spChg chg="mod">
          <ac:chgData name="Comfort ANIPA" userId="c4bd65e3adbd3b1a" providerId="LiveId" clId="{F1A02D38-8ADC-4A75-9B32-68CD144AD12C}" dt="2026-01-27T07:52:38.666" v="134" actId="14100"/>
          <ac:spMkLst>
            <pc:docMk/>
            <pc:sldMk cId="1516252617" sldId="314"/>
            <ac:spMk id="2" creationId="{6C203D8A-C380-5B7D-A99E-562304266CAB}"/>
          </ac:spMkLst>
        </pc:spChg>
        <pc:spChg chg="mod">
          <ac:chgData name="Comfort ANIPA" userId="c4bd65e3adbd3b1a" providerId="LiveId" clId="{F1A02D38-8ADC-4A75-9B32-68CD144AD12C}" dt="2026-01-27T16:56:29.064" v="774" actId="27636"/>
          <ac:spMkLst>
            <pc:docMk/>
            <pc:sldMk cId="1516252617" sldId="314"/>
            <ac:spMk id="6" creationId="{9314DF27-4D60-3798-61EB-F4FF170AD548}"/>
          </ac:spMkLst>
        </pc:spChg>
      </pc:sldChg>
      <pc:sldChg chg="modSp new add del mod">
        <pc:chgData name="Comfort ANIPA" userId="c4bd65e3adbd3b1a" providerId="LiveId" clId="{F1A02D38-8ADC-4A75-9B32-68CD144AD12C}" dt="2026-01-27T08:20:58.862" v="636" actId="47"/>
        <pc:sldMkLst>
          <pc:docMk/>
          <pc:sldMk cId="3445720583" sldId="315"/>
        </pc:sldMkLst>
        <pc:spChg chg="mod">
          <ac:chgData name="Comfort ANIPA" userId="c4bd65e3adbd3b1a" providerId="LiveId" clId="{F1A02D38-8ADC-4A75-9B32-68CD144AD12C}" dt="2026-01-27T07:52:50.505" v="138" actId="27636"/>
          <ac:spMkLst>
            <pc:docMk/>
            <pc:sldMk cId="3445720583" sldId="315"/>
            <ac:spMk id="2" creationId="{B0660BED-C999-5C31-0266-B524C4AC645E}"/>
          </ac:spMkLst>
        </pc:spChg>
        <pc:spChg chg="mod">
          <ac:chgData name="Comfort ANIPA" userId="c4bd65e3adbd3b1a" providerId="LiveId" clId="{F1A02D38-8ADC-4A75-9B32-68CD144AD12C}" dt="2026-01-27T07:19:22.881" v="105" actId="27636"/>
          <ac:spMkLst>
            <pc:docMk/>
            <pc:sldMk cId="3445720583" sldId="315"/>
            <ac:spMk id="6" creationId="{425A03D1-A3D3-8366-7FD9-D6C08E70E583}"/>
          </ac:spMkLst>
        </pc:spChg>
      </pc:sldChg>
      <pc:sldChg chg="modSp new add del mod">
        <pc:chgData name="Comfort ANIPA" userId="c4bd65e3adbd3b1a" providerId="LiveId" clId="{F1A02D38-8ADC-4A75-9B32-68CD144AD12C}" dt="2026-01-27T17:12:22.015" v="826" actId="113"/>
        <pc:sldMkLst>
          <pc:docMk/>
          <pc:sldMk cId="2276754409" sldId="316"/>
        </pc:sldMkLst>
        <pc:spChg chg="mod">
          <ac:chgData name="Comfort ANIPA" userId="c4bd65e3adbd3b1a" providerId="LiveId" clId="{F1A02D38-8ADC-4A75-9B32-68CD144AD12C}" dt="2026-01-27T17:12:22.015" v="826" actId="113"/>
          <ac:spMkLst>
            <pc:docMk/>
            <pc:sldMk cId="2276754409" sldId="316"/>
            <ac:spMk id="2" creationId="{10312630-6730-CC4A-E9FC-CC2A2A13AA7E}"/>
          </ac:spMkLst>
        </pc:spChg>
        <pc:spChg chg="mod">
          <ac:chgData name="Comfort ANIPA" userId="c4bd65e3adbd3b1a" providerId="LiveId" clId="{F1A02D38-8ADC-4A75-9B32-68CD144AD12C}" dt="2026-01-27T16:48:09.972" v="742" actId="20577"/>
          <ac:spMkLst>
            <pc:docMk/>
            <pc:sldMk cId="2276754409" sldId="316"/>
            <ac:spMk id="6" creationId="{43DF679B-1A9E-67AB-A26C-65E65463E68D}"/>
          </ac:spMkLst>
        </pc:spChg>
      </pc:sldChg>
      <pc:sldChg chg="new del">
        <pc:chgData name="Comfort ANIPA" userId="c4bd65e3adbd3b1a" providerId="LiveId" clId="{F1A02D38-8ADC-4A75-9B32-68CD144AD12C}" dt="2026-01-27T07:53:19.343" v="139" actId="47"/>
        <pc:sldMkLst>
          <pc:docMk/>
          <pc:sldMk cId="3196564448" sldId="316"/>
        </pc:sldMkLst>
      </pc:sldChg>
      <pc:sldChg chg="modSp new add del mod">
        <pc:chgData name="Comfort ANIPA" userId="c4bd65e3adbd3b1a" providerId="LiveId" clId="{F1A02D38-8ADC-4A75-9B32-68CD144AD12C}" dt="2026-01-27T08:21:33.809" v="649" actId="47"/>
        <pc:sldMkLst>
          <pc:docMk/>
          <pc:sldMk cId="3039336661" sldId="317"/>
        </pc:sldMkLst>
        <pc:spChg chg="mod">
          <ac:chgData name="Comfort ANIPA" userId="c4bd65e3adbd3b1a" providerId="LiveId" clId="{F1A02D38-8ADC-4A75-9B32-68CD144AD12C}" dt="2026-01-27T08:05:03.922" v="315"/>
          <ac:spMkLst>
            <pc:docMk/>
            <pc:sldMk cId="3039336661" sldId="317"/>
            <ac:spMk id="6" creationId="{D6AAEAF1-1A03-2BCA-3A3E-D20FCB378C6C}"/>
          </ac:spMkLst>
        </pc:spChg>
      </pc:sldChg>
      <pc:sldChg chg="modSp new add del mod ord">
        <pc:chgData name="Comfort ANIPA" userId="c4bd65e3adbd3b1a" providerId="LiveId" clId="{F1A02D38-8ADC-4A75-9B32-68CD144AD12C}" dt="2026-01-27T17:01:43.346" v="802" actId="14100"/>
        <pc:sldMkLst>
          <pc:docMk/>
          <pc:sldMk cId="954962337" sldId="318"/>
        </pc:sldMkLst>
        <pc:spChg chg="mod">
          <ac:chgData name="Comfort ANIPA" userId="c4bd65e3adbd3b1a" providerId="LiveId" clId="{F1A02D38-8ADC-4A75-9B32-68CD144AD12C}" dt="2026-01-27T17:01:43.346" v="802" actId="14100"/>
          <ac:spMkLst>
            <pc:docMk/>
            <pc:sldMk cId="954962337" sldId="318"/>
            <ac:spMk id="2" creationId="{4A9EF811-8286-1B6D-DAC7-D65D41B27648}"/>
          </ac:spMkLst>
        </pc:spChg>
        <pc:spChg chg="mod">
          <ac:chgData name="Comfort ANIPA" userId="c4bd65e3adbd3b1a" providerId="LiveId" clId="{F1A02D38-8ADC-4A75-9B32-68CD144AD12C}" dt="2026-01-27T08:09:05.362" v="470" actId="14100"/>
          <ac:spMkLst>
            <pc:docMk/>
            <pc:sldMk cId="954962337" sldId="318"/>
            <ac:spMk id="6" creationId="{9EB4E9A4-B4FB-1DB6-03E6-028A3864B8F6}"/>
          </ac:spMkLst>
        </pc:spChg>
      </pc:sldChg>
      <pc:sldChg chg="modSp new add del mod">
        <pc:chgData name="Comfort ANIPA" userId="c4bd65e3adbd3b1a" providerId="LiveId" clId="{F1A02D38-8ADC-4A75-9B32-68CD144AD12C}" dt="2026-01-27T17:12:04.700" v="825" actId="27636"/>
        <pc:sldMkLst>
          <pc:docMk/>
          <pc:sldMk cId="716656998" sldId="319"/>
        </pc:sldMkLst>
        <pc:spChg chg="mod">
          <ac:chgData name="Comfort ANIPA" userId="c4bd65e3adbd3b1a" providerId="LiveId" clId="{F1A02D38-8ADC-4A75-9B32-68CD144AD12C}" dt="2026-01-27T17:06:20.640" v="815" actId="113"/>
          <ac:spMkLst>
            <pc:docMk/>
            <pc:sldMk cId="716656998" sldId="319"/>
            <ac:spMk id="2" creationId="{33EBC81C-61D1-0113-7351-E4BCD7926346}"/>
          </ac:spMkLst>
        </pc:spChg>
        <pc:spChg chg="mod">
          <ac:chgData name="Comfort ANIPA" userId="c4bd65e3adbd3b1a" providerId="LiveId" clId="{F1A02D38-8ADC-4A75-9B32-68CD144AD12C}" dt="2026-01-27T17:12:04.700" v="825" actId="27636"/>
          <ac:spMkLst>
            <pc:docMk/>
            <pc:sldMk cId="716656998" sldId="319"/>
            <ac:spMk id="6" creationId="{AAC55524-B298-5EE9-74F5-AD386834129B}"/>
          </ac:spMkLst>
        </pc:spChg>
      </pc:sldChg>
      <pc:sldChg chg="modSp new mod">
        <pc:chgData name="Comfort ANIPA" userId="c4bd65e3adbd3b1a" providerId="LiveId" clId="{F1A02D38-8ADC-4A75-9B32-68CD144AD12C}" dt="2026-01-27T17:12:32.242" v="827" actId="113"/>
        <pc:sldMkLst>
          <pc:docMk/>
          <pc:sldMk cId="2941157502" sldId="320"/>
        </pc:sldMkLst>
        <pc:spChg chg="mod">
          <ac:chgData name="Comfort ANIPA" userId="c4bd65e3adbd3b1a" providerId="LiveId" clId="{F1A02D38-8ADC-4A75-9B32-68CD144AD12C}" dt="2026-01-27T17:12:32.242" v="827" actId="113"/>
          <ac:spMkLst>
            <pc:docMk/>
            <pc:sldMk cId="2941157502" sldId="320"/>
            <ac:spMk id="2" creationId="{23BE8629-9268-C494-28DB-F5A251E6049F}"/>
          </ac:spMkLst>
        </pc:spChg>
        <pc:spChg chg="mod">
          <ac:chgData name="Comfort ANIPA" userId="c4bd65e3adbd3b1a" providerId="LiveId" clId="{F1A02D38-8ADC-4A75-9B32-68CD144AD12C}" dt="2026-01-27T16:49:34.395" v="750" actId="14100"/>
          <ac:spMkLst>
            <pc:docMk/>
            <pc:sldMk cId="2941157502" sldId="320"/>
            <ac:spMk id="6" creationId="{CAEDBEE5-4110-1E55-CD68-9B87EBB9E3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403D37-9AC5-4CE4-B5B7-B70A732B303F}" type="datetimeFigureOut">
              <a:rPr lang="en-US" smtClean="0"/>
              <a:pPr/>
              <a:t>1/27/2026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64F34D-938A-4E27-BA4D-387449CA2812}" type="slidenum">
              <a:rPr lang="en-US" smtClean="0"/>
              <a:pPr/>
              <a:t>‹#›</a:t>
            </a:fld>
            <a:endParaRPr lang="en-US"/>
          </a:p>
        </p:txBody>
      </p:sp>
    </p:spTree>
    <p:extLst>
      <p:ext uri="{BB962C8B-B14F-4D97-AF65-F5344CB8AC3E}">
        <p14:creationId xmlns:p14="http://schemas.microsoft.com/office/powerpoint/2010/main" val="1762891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364F34D-938A-4E27-BA4D-387449CA2812}" type="slidenum">
              <a:rPr lang="en-US" smtClean="0"/>
              <a:pPr/>
              <a:t>1</a:t>
            </a:fld>
            <a:endParaRPr lang="en-US"/>
          </a:p>
        </p:txBody>
      </p:sp>
    </p:spTree>
    <p:extLst>
      <p:ext uri="{BB962C8B-B14F-4D97-AF65-F5344CB8AC3E}">
        <p14:creationId xmlns:p14="http://schemas.microsoft.com/office/powerpoint/2010/main" val="1963277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48052B9B-A170-4033-8517-6181637B60DB}" type="datetime1">
              <a:rPr lang="en-US" smtClean="0"/>
              <a:t>1/27/2026</a:t>
            </a:fld>
            <a:endParaRPr lang="en-US"/>
          </a:p>
        </p:txBody>
      </p:sp>
      <p:sp>
        <p:nvSpPr>
          <p:cNvPr id="17" name="Footer Placeholder 16"/>
          <p:cNvSpPr>
            <a:spLocks noGrp="1"/>
          </p:cNvSpPr>
          <p:nvPr>
            <p:ph type="ftr" sz="quarter" idx="11"/>
          </p:nvPr>
        </p:nvSpPr>
        <p:spPr/>
        <p:txBody>
          <a:bodyPr/>
          <a:lstStyle/>
          <a:p>
            <a:r>
              <a:rPr lang="en-US"/>
              <a:t>Dr. ANIPA</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589DF8A6-85FE-4AF5-BEA1-6B187FEF4D6A}"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63031399-B9AB-4EB7-BD03-7BF73209B121}" type="datetime1">
              <a:rPr lang="en-US" smtClean="0"/>
              <a:t>1/27/2026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D51ADFA-1127-484E-AE0B-14DA4CE1E75B}" type="datetime1">
              <a:rPr lang="en-US" smtClean="0"/>
              <a:t>1/27/2026</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a:t>Dr. ANIPA</a:t>
            </a: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589DF8A6-85FE-4AF5-BEA1-6B187FEF4D6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398917A-E06C-4D3B-A32C-153356AC0A83}" type="datetime1">
              <a:rPr lang="en-US" smtClean="0"/>
              <a:t>1/27/2026</a:t>
            </a:fld>
            <a:endParaRPr lang="en-US"/>
          </a:p>
        </p:txBody>
      </p:sp>
      <p:sp>
        <p:nvSpPr>
          <p:cNvPr id="6" name="Footer Placeholder 5"/>
          <p:cNvSpPr>
            <a:spLocks noGrp="1"/>
          </p:cNvSpPr>
          <p:nvPr>
            <p:ph type="ftr" sz="quarter" idx="11"/>
          </p:nvPr>
        </p:nvSpPr>
        <p:spPr/>
        <p:txBody>
          <a:bodyPr/>
          <a:lstStyle/>
          <a:p>
            <a:r>
              <a:rPr lang="en-US"/>
              <a:t>Dr. ANIPA</a:t>
            </a:r>
          </a:p>
        </p:txBody>
      </p:sp>
      <p:sp>
        <p:nvSpPr>
          <p:cNvPr id="7" name="Slide Number Placeholder 6"/>
          <p:cNvSpPr>
            <a:spLocks noGrp="1"/>
          </p:cNvSpPr>
          <p:nvPr>
            <p:ph type="sldNum" sz="quarter" idx="12"/>
          </p:nvPr>
        </p:nvSpPr>
        <p:spPr/>
        <p:txBody>
          <a:bodyPr/>
          <a:lstStyle/>
          <a:p>
            <a:fld id="{589DF8A6-85FE-4AF5-BEA1-6B187FEF4D6A}"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C139F32-A3E8-458D-82F2-A8C266214157}" type="datetime1">
              <a:rPr lang="en-US" smtClean="0"/>
              <a:t>1/27/2026</a:t>
            </a:fld>
            <a:endParaRPr lang="en-US"/>
          </a:p>
        </p:txBody>
      </p:sp>
      <p:sp>
        <p:nvSpPr>
          <p:cNvPr id="8" name="Footer Placeholder 7"/>
          <p:cNvSpPr>
            <a:spLocks noGrp="1"/>
          </p:cNvSpPr>
          <p:nvPr>
            <p:ph type="ftr" sz="quarter" idx="11"/>
          </p:nvPr>
        </p:nvSpPr>
        <p:spPr/>
        <p:txBody>
          <a:bodyPr/>
          <a:lstStyle/>
          <a:p>
            <a:r>
              <a:rPr lang="en-US"/>
              <a:t>Dr. ANIPA</a:t>
            </a:r>
          </a:p>
        </p:txBody>
      </p:sp>
      <p:sp>
        <p:nvSpPr>
          <p:cNvPr id="9" name="Slide Number Placeholder 8"/>
          <p:cNvSpPr>
            <a:spLocks noGrp="1"/>
          </p:cNvSpPr>
          <p:nvPr>
            <p:ph type="sldNum" sz="quarter" idx="12"/>
          </p:nvPr>
        </p:nvSpPr>
        <p:spPr/>
        <p:txBody>
          <a:bodyPr/>
          <a:lstStyle/>
          <a:p>
            <a:fld id="{589DF8A6-85FE-4AF5-BEA1-6B187FEF4D6A}"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4AA539C-F772-4B18-84E7-0503E3FB4ACF}" type="datetime1">
              <a:rPr lang="en-US" smtClean="0"/>
              <a:t>1/27/2026</a:t>
            </a:fld>
            <a:endParaRPr lang="en-US"/>
          </a:p>
        </p:txBody>
      </p:sp>
      <p:sp>
        <p:nvSpPr>
          <p:cNvPr id="4" name="Footer Placeholder 3"/>
          <p:cNvSpPr>
            <a:spLocks noGrp="1"/>
          </p:cNvSpPr>
          <p:nvPr>
            <p:ph type="ftr" sz="quarter" idx="11"/>
          </p:nvPr>
        </p:nvSpPr>
        <p:spPr/>
        <p:txBody>
          <a:bodyPr/>
          <a:lstStyle/>
          <a:p>
            <a:r>
              <a:rPr lang="en-US"/>
              <a:t>Dr. ANIPA</a:t>
            </a:r>
          </a:p>
        </p:txBody>
      </p:sp>
      <p:sp>
        <p:nvSpPr>
          <p:cNvPr id="5" name="Slide Number Placeholder 4"/>
          <p:cNvSpPr>
            <a:spLocks noGrp="1"/>
          </p:cNvSpPr>
          <p:nvPr>
            <p:ph type="sldNum" sz="quarter" idx="12"/>
          </p:nvPr>
        </p:nvSpPr>
        <p:spPr/>
        <p:txBody>
          <a:bodyPr/>
          <a:lstStyle/>
          <a:p>
            <a:fld id="{589DF8A6-85FE-4AF5-BEA1-6B187FEF4D6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E0D532-DDC2-449F-97AE-2455CF01B0BC}" type="datetime1">
              <a:rPr lang="en-US" smtClean="0"/>
              <a:t>1/27/2026</a:t>
            </a:fld>
            <a:endParaRPr lang="en-US"/>
          </a:p>
        </p:txBody>
      </p:sp>
      <p:sp>
        <p:nvSpPr>
          <p:cNvPr id="3" name="Footer Placeholder 2"/>
          <p:cNvSpPr>
            <a:spLocks noGrp="1"/>
          </p:cNvSpPr>
          <p:nvPr>
            <p:ph type="ftr" sz="quarter" idx="11"/>
          </p:nvPr>
        </p:nvSpPr>
        <p:spPr/>
        <p:txBody>
          <a:bodyPr/>
          <a:lstStyle/>
          <a:p>
            <a:r>
              <a:rPr lang="en-US"/>
              <a:t>Dr. ANIPA</a:t>
            </a:r>
          </a:p>
        </p:txBody>
      </p:sp>
      <p:sp>
        <p:nvSpPr>
          <p:cNvPr id="4" name="Slide Number Placeholder 3"/>
          <p:cNvSpPr>
            <a:spLocks noGrp="1"/>
          </p:cNvSpPr>
          <p:nvPr>
            <p:ph type="sldNum" sz="quarter" idx="12"/>
          </p:nvPr>
        </p:nvSpPr>
        <p:spPr/>
        <p:txBody>
          <a:bodyPr/>
          <a:lstStyle/>
          <a:p>
            <a:fld id="{589DF8A6-85FE-4AF5-BEA1-6B187FEF4D6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EB4823D-9FDD-41AB-A038-EB6FB48449FE}" type="datetime1">
              <a:rPr lang="en-US" smtClean="0"/>
              <a:t>1/27/2026</a:t>
            </a:fld>
            <a:endParaRPr lang="en-US"/>
          </a:p>
        </p:txBody>
      </p:sp>
      <p:sp>
        <p:nvSpPr>
          <p:cNvPr id="6" name="Footer Placeholder 5"/>
          <p:cNvSpPr>
            <a:spLocks noGrp="1"/>
          </p:cNvSpPr>
          <p:nvPr>
            <p:ph type="ftr" sz="quarter" idx="11"/>
          </p:nvPr>
        </p:nvSpPr>
        <p:spPr/>
        <p:txBody>
          <a:bodyPr/>
          <a:lstStyle/>
          <a:p>
            <a:r>
              <a:rPr lang="en-US"/>
              <a:t>Dr. ANIPA</a:t>
            </a:r>
          </a:p>
        </p:txBody>
      </p:sp>
      <p:sp>
        <p:nvSpPr>
          <p:cNvPr id="7" name="Slide Number Placeholder 6"/>
          <p:cNvSpPr>
            <a:spLocks noGrp="1"/>
          </p:cNvSpPr>
          <p:nvPr>
            <p:ph type="sldNum" sz="quarter" idx="12"/>
          </p:nvPr>
        </p:nvSpPr>
        <p:spPr/>
        <p:txBody>
          <a:bodyPr/>
          <a:lstStyle/>
          <a:p>
            <a:fld id="{589DF8A6-85FE-4AF5-BEA1-6B187FEF4D6A}"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F3E097E-82E4-4318-A496-7C4C2C6A88F0}" type="datetime1">
              <a:rPr lang="en-US" smtClean="0"/>
              <a:t>1/27/2026</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a:t>Dr. ANIPA</a:t>
            </a:r>
          </a:p>
        </p:txBody>
      </p:sp>
      <p:sp>
        <p:nvSpPr>
          <p:cNvPr id="7" name="Slide Number Placeholder 6"/>
          <p:cNvSpPr>
            <a:spLocks noGrp="1"/>
          </p:cNvSpPr>
          <p:nvPr>
            <p:ph type="sldNum" sz="quarter" idx="12"/>
          </p:nvPr>
        </p:nvSpPr>
        <p:spPr>
          <a:xfrm>
            <a:off x="146304" y="6208776"/>
            <a:ext cx="457200" cy="457200"/>
          </a:xfrm>
        </p:spPr>
        <p:txBody>
          <a:bodyPr/>
          <a:lstStyle/>
          <a:p>
            <a:fld id="{589DF8A6-85FE-4AF5-BEA1-6B187FEF4D6A}"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310BEF0-A61D-42E3-A93D-2BA13CD83BF4}" type="datetime1">
              <a:rPr lang="en-US" smtClean="0"/>
              <a:t>1/27/2026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C98F290-766C-4E31-A641-2DFD97EFD65C}" type="datetime1">
              <a:rPr lang="en-US" smtClean="0"/>
              <a:t>1/27/2026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0B28ACC-E4EC-43D1-868E-F2C5F6AF1B69}" type="datetime1">
              <a:rPr lang="en-US" smtClean="0"/>
              <a:t>1/27/2026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a:t>Dr. ANIPA</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589DF8A6-85FE-4AF5-BEA1-6B187FEF4D6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3886200"/>
            <a:ext cx="7391400" cy="1066800"/>
          </a:xfrm>
        </p:spPr>
        <p:txBody>
          <a:bodyPr>
            <a:normAutofit/>
          </a:bodyPr>
          <a:lstStyle/>
          <a:p>
            <a:r>
              <a:rPr lang="en-US"/>
              <a:t>GROUP ACCOUNTING – IFRS 10</a:t>
            </a:r>
            <a:endParaRPr lang="en-US" dirty="0"/>
          </a:p>
        </p:txBody>
      </p:sp>
      <p:sp>
        <p:nvSpPr>
          <p:cNvPr id="2" name="Title 1"/>
          <p:cNvSpPr>
            <a:spLocks noGrp="1"/>
          </p:cNvSpPr>
          <p:nvPr>
            <p:ph type="ctrTitle"/>
          </p:nvPr>
        </p:nvSpPr>
        <p:spPr>
          <a:xfrm>
            <a:off x="146304" y="1505931"/>
            <a:ext cx="8540496" cy="1161070"/>
          </a:xfrm>
        </p:spPr>
        <p:txBody>
          <a:bodyPr/>
          <a:lstStyle/>
          <a:p>
            <a:r>
              <a:rPr lang="en-US"/>
              <a:t>ADVANCED FINANCIAL REPORTING</a:t>
            </a:r>
          </a:p>
        </p:txBody>
      </p:sp>
      <p:sp>
        <p:nvSpPr>
          <p:cNvPr id="4" name="Date Placeholder 3"/>
          <p:cNvSpPr>
            <a:spLocks noGrp="1"/>
          </p:cNvSpPr>
          <p:nvPr>
            <p:ph type="dt" sz="half" idx="10"/>
          </p:nvPr>
        </p:nvSpPr>
        <p:spPr/>
        <p:txBody>
          <a:bodyPr/>
          <a:lstStyle/>
          <a:p>
            <a:fld id="{DB386469-CFB8-481C-8C53-8636E25FCCFE}" type="datetime1">
              <a:rPr lang="en-US" smtClean="0"/>
              <a:t>1/27/2026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1</a:t>
            </a:fld>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544512"/>
          </a:xfrm>
        </p:spPr>
        <p:txBody>
          <a:bodyPr>
            <a:normAutofit fontScale="90000"/>
          </a:bodyPr>
          <a:lstStyle/>
          <a:p>
            <a:r>
              <a:rPr lang="en-US"/>
              <a:t>LEARNING OBJECTIVES</a:t>
            </a:r>
          </a:p>
        </p:txBody>
      </p:sp>
      <p:sp>
        <p:nvSpPr>
          <p:cNvPr id="3" name="Date Placeholder 2"/>
          <p:cNvSpPr>
            <a:spLocks noGrp="1"/>
          </p:cNvSpPr>
          <p:nvPr>
            <p:ph type="dt" sz="half" idx="10"/>
          </p:nvPr>
        </p:nvSpPr>
        <p:spPr/>
        <p:txBody>
          <a:bodyPr/>
          <a:lstStyle/>
          <a:p>
            <a:fld id="{96AAFACF-51F3-4E2E-8192-1CD4BB8F7C4C}" type="datetime1">
              <a:rPr lang="en-US" smtClean="0"/>
              <a:t>1/27/2026</a:t>
            </a:fld>
            <a:endParaRPr lang="en-US"/>
          </a:p>
        </p:txBody>
      </p:sp>
      <p:sp>
        <p:nvSpPr>
          <p:cNvPr id="4" name="Footer Placeholder 3"/>
          <p:cNvSpPr>
            <a:spLocks noGrp="1"/>
          </p:cNvSpPr>
          <p:nvPr>
            <p:ph type="ftr" sz="quarter" idx="11"/>
          </p:nvPr>
        </p:nvSpPr>
        <p:spPr/>
        <p:txBody>
          <a:bodyPr/>
          <a:lstStyle/>
          <a:p>
            <a:r>
              <a:rPr lang="en-US"/>
              <a:t>Dr. ANIPA</a:t>
            </a:r>
          </a:p>
        </p:txBody>
      </p:sp>
      <p:sp>
        <p:nvSpPr>
          <p:cNvPr id="5" name="Slide Number Placeholder 4"/>
          <p:cNvSpPr>
            <a:spLocks noGrp="1"/>
          </p:cNvSpPr>
          <p:nvPr>
            <p:ph type="sldNum" sz="quarter" idx="12"/>
          </p:nvPr>
        </p:nvSpPr>
        <p:spPr/>
        <p:txBody>
          <a:bodyPr/>
          <a:lstStyle/>
          <a:p>
            <a:fld id="{589DF8A6-85FE-4AF5-BEA1-6B187FEF4D6A}" type="slidenum">
              <a:rPr lang="en-US" smtClean="0"/>
              <a:pPr/>
              <a:t>2</a:t>
            </a:fld>
            <a:endParaRPr lang="en-US"/>
          </a:p>
        </p:txBody>
      </p:sp>
      <p:sp>
        <p:nvSpPr>
          <p:cNvPr id="6" name="Content Placeholder 5"/>
          <p:cNvSpPr>
            <a:spLocks noGrp="1"/>
          </p:cNvSpPr>
          <p:nvPr>
            <p:ph sz="quarter" idx="1"/>
          </p:nvPr>
        </p:nvSpPr>
        <p:spPr>
          <a:xfrm>
            <a:off x="304800" y="838200"/>
            <a:ext cx="8610600" cy="5353050"/>
          </a:xfrm>
        </p:spPr>
        <p:txBody>
          <a:bodyPr/>
          <a:lstStyle/>
          <a:p>
            <a:pPr marL="0" indent="0">
              <a:buNone/>
            </a:pPr>
            <a:r>
              <a:rPr lang="en-GB" dirty="0"/>
              <a:t>By the end of this lecture, students should be able to:</a:t>
            </a:r>
          </a:p>
          <a:p>
            <a:pPr marL="0" indent="0">
              <a:buNone/>
            </a:pPr>
            <a:endParaRPr lang="en-GB" dirty="0"/>
          </a:p>
          <a:p>
            <a:pPr lvl="0"/>
            <a:r>
              <a:rPr lang="en-GB" dirty="0"/>
              <a:t>Explain the objective and scope of IFRS 10</a:t>
            </a:r>
          </a:p>
          <a:p>
            <a:pPr lvl="0"/>
            <a:r>
              <a:rPr lang="en-GB" dirty="0"/>
              <a:t>Define some key terms in the standard</a:t>
            </a:r>
          </a:p>
          <a:p>
            <a:pPr lvl="0"/>
            <a:r>
              <a:rPr lang="en-GB" dirty="0"/>
              <a:t>Apply the concept of control</a:t>
            </a:r>
          </a:p>
          <a:p>
            <a:pPr lvl="0"/>
            <a:r>
              <a:rPr lang="en-GB" dirty="0"/>
              <a:t>Identify when consolidation is required</a:t>
            </a:r>
          </a:p>
          <a:p>
            <a:pPr lvl="0"/>
            <a:r>
              <a:rPr lang="en-GB" dirty="0"/>
              <a:t>Apply consolidation procedures under IFRS 10</a:t>
            </a:r>
          </a:p>
          <a:p>
            <a:pPr marL="0" indent="0">
              <a:buNone/>
            </a:pPr>
            <a:endParaRPr lang="en-US" dirty="0"/>
          </a:p>
        </p:txBody>
      </p:sp>
    </p:spTree>
    <p:extLst>
      <p:ext uri="{BB962C8B-B14F-4D97-AF65-F5344CB8AC3E}">
        <p14:creationId xmlns:p14="http://schemas.microsoft.com/office/powerpoint/2010/main" val="2283573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686800" cy="609600"/>
          </a:xfrm>
        </p:spPr>
        <p:txBody>
          <a:bodyPr>
            <a:normAutofit fontScale="90000"/>
          </a:bodyPr>
          <a:lstStyle/>
          <a:p>
            <a:r>
              <a:rPr lang="en-US" dirty="0"/>
              <a:t>IFRS 10 – Objective and Scope</a:t>
            </a:r>
          </a:p>
        </p:txBody>
      </p:sp>
      <p:sp>
        <p:nvSpPr>
          <p:cNvPr id="3" name="Content Placeholder 2"/>
          <p:cNvSpPr>
            <a:spLocks noGrp="1"/>
          </p:cNvSpPr>
          <p:nvPr>
            <p:ph sz="quarter" idx="1"/>
          </p:nvPr>
        </p:nvSpPr>
        <p:spPr>
          <a:xfrm>
            <a:off x="146304" y="914400"/>
            <a:ext cx="8860536" cy="5211763"/>
          </a:xfrm>
        </p:spPr>
        <p:txBody>
          <a:bodyPr>
            <a:normAutofit/>
          </a:bodyPr>
          <a:lstStyle/>
          <a:p>
            <a:pPr>
              <a:buNone/>
            </a:pPr>
            <a:r>
              <a:rPr lang="en-US" sz="3200" b="1" dirty="0"/>
              <a:t>Objective </a:t>
            </a:r>
          </a:p>
          <a:p>
            <a:r>
              <a:rPr lang="en-US" sz="3200" dirty="0"/>
              <a:t> </a:t>
            </a:r>
            <a:r>
              <a:rPr lang="en-US" dirty="0"/>
              <a:t>to establish principles for the presentation 	and preparation of consolidated financial statements when an entity controls one or more other entities. </a:t>
            </a:r>
          </a:p>
          <a:p>
            <a:pPr lvl="0"/>
            <a:r>
              <a:rPr lang="en-GB" dirty="0"/>
              <a:t>Introduce a single control-based consolidation model</a:t>
            </a:r>
          </a:p>
          <a:p>
            <a:pPr lvl="0"/>
            <a:r>
              <a:rPr lang="en-GB" dirty="0"/>
              <a:t>Ensure entities controlled by a parent are consolidated</a:t>
            </a:r>
          </a:p>
          <a:p>
            <a:r>
              <a:rPr lang="en-GB" dirty="0"/>
              <a:t>Improve comparability and transparency</a:t>
            </a:r>
            <a:endParaRPr lang="en-US" b="1" dirty="0"/>
          </a:p>
          <a:p>
            <a:pPr>
              <a:buNone/>
            </a:pPr>
            <a:r>
              <a:rPr lang="en-US" b="1" dirty="0"/>
              <a:t>Scope</a:t>
            </a:r>
          </a:p>
          <a:p>
            <a:r>
              <a:rPr lang="en-US" dirty="0"/>
              <a:t>An entity that is a parent shall present consolidated financial statements.</a:t>
            </a:r>
          </a:p>
          <a:p>
            <a:pPr>
              <a:buNone/>
            </a:pPr>
            <a:r>
              <a:rPr lang="en-US" dirty="0"/>
              <a:t>	</a:t>
            </a:r>
            <a:r>
              <a:rPr lang="en-US" b="1" i="1" dirty="0">
                <a:solidFill>
                  <a:srgbClr val="FF0000"/>
                </a:solidFill>
              </a:rPr>
              <a:t>There are exceptions, what are they?</a:t>
            </a:r>
          </a:p>
          <a:p>
            <a:endParaRPr lang="en-US" dirty="0"/>
          </a:p>
        </p:txBody>
      </p:sp>
      <p:sp>
        <p:nvSpPr>
          <p:cNvPr id="4" name="Date Placeholder 3"/>
          <p:cNvSpPr>
            <a:spLocks noGrp="1"/>
          </p:cNvSpPr>
          <p:nvPr>
            <p:ph type="dt" sz="half" idx="10"/>
          </p:nvPr>
        </p:nvSpPr>
        <p:spPr/>
        <p:txBody>
          <a:bodyPr/>
          <a:lstStyle/>
          <a:p>
            <a:fld id="{565ECA3A-B6D8-46B5-AB61-296C5687958F}" type="datetime1">
              <a:rPr lang="en-US" smtClean="0"/>
              <a:t>1/27/2026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3</a:t>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AA6CD-3042-2DE7-9E6B-9EF9FC2FA1E9}"/>
              </a:ext>
            </a:extLst>
          </p:cNvPr>
          <p:cNvSpPr>
            <a:spLocks noGrp="1"/>
          </p:cNvSpPr>
          <p:nvPr>
            <p:ph type="title"/>
          </p:nvPr>
        </p:nvSpPr>
        <p:spPr>
          <a:xfrm>
            <a:off x="434340" y="274638"/>
            <a:ext cx="8252460" cy="696912"/>
          </a:xfrm>
        </p:spPr>
        <p:txBody>
          <a:bodyPr>
            <a:normAutofit fontScale="90000"/>
          </a:bodyPr>
          <a:lstStyle/>
          <a:p>
            <a:r>
              <a:rPr lang="en-US" b="1" dirty="0"/>
              <a:t>Some Key Definitions</a:t>
            </a:r>
            <a:endParaRPr lang="en-GB" b="1" dirty="0"/>
          </a:p>
        </p:txBody>
      </p:sp>
      <p:sp>
        <p:nvSpPr>
          <p:cNvPr id="3" name="Date Placeholder 2">
            <a:extLst>
              <a:ext uri="{FF2B5EF4-FFF2-40B4-BE49-F238E27FC236}">
                <a16:creationId xmlns:a16="http://schemas.microsoft.com/office/drawing/2014/main" id="{5E651B2F-1785-D10F-F4CA-C20D7185CAE1}"/>
              </a:ext>
            </a:extLst>
          </p:cNvPr>
          <p:cNvSpPr>
            <a:spLocks noGrp="1"/>
          </p:cNvSpPr>
          <p:nvPr>
            <p:ph type="dt" sz="half" idx="10"/>
          </p:nvPr>
        </p:nvSpPr>
        <p:spPr/>
        <p:txBody>
          <a:bodyPr/>
          <a:lstStyle/>
          <a:p>
            <a:fld id="{63031399-B9AB-4EB7-BD03-7BF73209B121}" type="datetime1">
              <a:rPr lang="en-US" smtClean="0"/>
              <a:t>1/27/2026</a:t>
            </a:fld>
            <a:endParaRPr lang="en-US"/>
          </a:p>
        </p:txBody>
      </p:sp>
      <p:sp>
        <p:nvSpPr>
          <p:cNvPr id="4" name="Footer Placeholder 3">
            <a:extLst>
              <a:ext uri="{FF2B5EF4-FFF2-40B4-BE49-F238E27FC236}">
                <a16:creationId xmlns:a16="http://schemas.microsoft.com/office/drawing/2014/main" id="{B61DDC18-A6AF-108F-9792-1C2E80738D6C}"/>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614983D1-0DB1-6330-B748-3034D4AFADD0}"/>
              </a:ext>
            </a:extLst>
          </p:cNvPr>
          <p:cNvSpPr>
            <a:spLocks noGrp="1"/>
          </p:cNvSpPr>
          <p:nvPr>
            <p:ph type="sldNum" sz="quarter" idx="12"/>
          </p:nvPr>
        </p:nvSpPr>
        <p:spPr/>
        <p:txBody>
          <a:bodyPr/>
          <a:lstStyle/>
          <a:p>
            <a:fld id="{589DF8A6-85FE-4AF5-BEA1-6B187FEF4D6A}" type="slidenum">
              <a:rPr lang="en-US" smtClean="0"/>
              <a:pPr/>
              <a:t>4</a:t>
            </a:fld>
            <a:endParaRPr lang="en-US"/>
          </a:p>
        </p:txBody>
      </p:sp>
      <p:sp>
        <p:nvSpPr>
          <p:cNvPr id="6" name="Content Placeholder 5">
            <a:extLst>
              <a:ext uri="{FF2B5EF4-FFF2-40B4-BE49-F238E27FC236}">
                <a16:creationId xmlns:a16="http://schemas.microsoft.com/office/drawing/2014/main" id="{40109EB2-C6F2-B02D-EA79-3D0BC651ED4D}"/>
              </a:ext>
            </a:extLst>
          </p:cNvPr>
          <p:cNvSpPr>
            <a:spLocks noGrp="1"/>
          </p:cNvSpPr>
          <p:nvPr>
            <p:ph sz="quarter" idx="1"/>
          </p:nvPr>
        </p:nvSpPr>
        <p:spPr>
          <a:xfrm>
            <a:off x="434340" y="1143000"/>
            <a:ext cx="8252460" cy="4876800"/>
          </a:xfrm>
        </p:spPr>
        <p:txBody>
          <a:bodyPr/>
          <a:lstStyle/>
          <a:p>
            <a:r>
              <a:rPr lang="en-US" b="1" dirty="0"/>
              <a:t>Consolidated financial statements</a:t>
            </a:r>
            <a:r>
              <a:rPr lang="en-US" dirty="0"/>
              <a:t>: The financial statements of a group in which the assets, liabilities, equity, income, expenses and cash flows of the parent and its subsidiaries are presented as those of a single economic entity.</a:t>
            </a:r>
          </a:p>
          <a:p>
            <a:pPr marL="0" indent="0">
              <a:buNone/>
            </a:pPr>
            <a:endParaRPr lang="en-GB" dirty="0"/>
          </a:p>
          <a:p>
            <a:r>
              <a:rPr lang="en-US" b="1" dirty="0"/>
              <a:t>Control</a:t>
            </a:r>
            <a:r>
              <a:rPr lang="en-US" dirty="0"/>
              <a:t>: An investor controls an investee when the investor is exposed, or has rights, to variable returns from its involvement with the investee and has the ability to affect returns through its power over the investee.</a:t>
            </a:r>
            <a:r>
              <a:rPr lang="en-US" sz="2400" dirty="0"/>
              <a:t> </a:t>
            </a:r>
          </a:p>
          <a:p>
            <a:pPr marL="0" indent="0">
              <a:buNone/>
            </a:pPr>
            <a:endParaRPr lang="en-US" sz="2400" dirty="0"/>
          </a:p>
          <a:p>
            <a:r>
              <a:rPr lang="en-US" sz="2400" b="1" dirty="0"/>
              <a:t>Group</a:t>
            </a:r>
            <a:r>
              <a:rPr lang="en-US" sz="2400" dirty="0"/>
              <a:t> – a parent and all its subsidiaries</a:t>
            </a:r>
          </a:p>
          <a:p>
            <a:endParaRPr lang="en-GB" dirty="0"/>
          </a:p>
          <a:p>
            <a:endParaRPr lang="en-GB" dirty="0"/>
          </a:p>
        </p:txBody>
      </p:sp>
    </p:spTree>
    <p:extLst>
      <p:ext uri="{BB962C8B-B14F-4D97-AF65-F5344CB8AC3E}">
        <p14:creationId xmlns:p14="http://schemas.microsoft.com/office/powerpoint/2010/main" val="3147047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03D8A-C380-5B7D-A99E-562304266CAB}"/>
              </a:ext>
            </a:extLst>
          </p:cNvPr>
          <p:cNvSpPr>
            <a:spLocks noGrp="1"/>
          </p:cNvSpPr>
          <p:nvPr>
            <p:ph type="title"/>
          </p:nvPr>
        </p:nvSpPr>
        <p:spPr>
          <a:xfrm>
            <a:off x="308610" y="274638"/>
            <a:ext cx="8378190" cy="754062"/>
          </a:xfrm>
        </p:spPr>
        <p:txBody>
          <a:bodyPr/>
          <a:lstStyle/>
          <a:p>
            <a:r>
              <a:rPr lang="en-US" b="1" dirty="0"/>
              <a:t>Some Key Definitions</a:t>
            </a:r>
            <a:endParaRPr lang="en-GB" dirty="0"/>
          </a:p>
        </p:txBody>
      </p:sp>
      <p:sp>
        <p:nvSpPr>
          <p:cNvPr id="3" name="Date Placeholder 2">
            <a:extLst>
              <a:ext uri="{FF2B5EF4-FFF2-40B4-BE49-F238E27FC236}">
                <a16:creationId xmlns:a16="http://schemas.microsoft.com/office/drawing/2014/main" id="{EEF9B870-9216-3DD6-1845-343E8DA732E7}"/>
              </a:ext>
            </a:extLst>
          </p:cNvPr>
          <p:cNvSpPr>
            <a:spLocks noGrp="1"/>
          </p:cNvSpPr>
          <p:nvPr>
            <p:ph type="dt" sz="half" idx="10"/>
          </p:nvPr>
        </p:nvSpPr>
        <p:spPr/>
        <p:txBody>
          <a:bodyPr/>
          <a:lstStyle/>
          <a:p>
            <a:fld id="{63031399-B9AB-4EB7-BD03-7BF73209B121}" type="datetime1">
              <a:rPr lang="en-US" smtClean="0"/>
              <a:t>1/27/2026</a:t>
            </a:fld>
            <a:endParaRPr lang="en-US"/>
          </a:p>
        </p:txBody>
      </p:sp>
      <p:sp>
        <p:nvSpPr>
          <p:cNvPr id="4" name="Footer Placeholder 3">
            <a:extLst>
              <a:ext uri="{FF2B5EF4-FFF2-40B4-BE49-F238E27FC236}">
                <a16:creationId xmlns:a16="http://schemas.microsoft.com/office/drawing/2014/main" id="{6480F6CA-21A0-27F3-17A7-271FDC83F501}"/>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2C66A1CE-EBFF-44C6-37E2-282C056AFE1F}"/>
              </a:ext>
            </a:extLst>
          </p:cNvPr>
          <p:cNvSpPr>
            <a:spLocks noGrp="1"/>
          </p:cNvSpPr>
          <p:nvPr>
            <p:ph type="sldNum" sz="quarter" idx="12"/>
          </p:nvPr>
        </p:nvSpPr>
        <p:spPr/>
        <p:txBody>
          <a:bodyPr/>
          <a:lstStyle/>
          <a:p>
            <a:fld id="{589DF8A6-85FE-4AF5-BEA1-6B187FEF4D6A}" type="slidenum">
              <a:rPr lang="en-US" smtClean="0"/>
              <a:pPr/>
              <a:t>5</a:t>
            </a:fld>
            <a:endParaRPr lang="en-US"/>
          </a:p>
        </p:txBody>
      </p:sp>
      <p:sp>
        <p:nvSpPr>
          <p:cNvPr id="6" name="Content Placeholder 5">
            <a:extLst>
              <a:ext uri="{FF2B5EF4-FFF2-40B4-BE49-F238E27FC236}">
                <a16:creationId xmlns:a16="http://schemas.microsoft.com/office/drawing/2014/main" id="{9314DF27-4D60-3798-61EB-F4FF170AD548}"/>
              </a:ext>
            </a:extLst>
          </p:cNvPr>
          <p:cNvSpPr>
            <a:spLocks noGrp="1"/>
          </p:cNvSpPr>
          <p:nvPr>
            <p:ph sz="quarter" idx="1"/>
          </p:nvPr>
        </p:nvSpPr>
        <p:spPr>
          <a:xfrm>
            <a:off x="308610" y="1154430"/>
            <a:ext cx="8689086" cy="5055870"/>
          </a:xfrm>
        </p:spPr>
        <p:txBody>
          <a:bodyPr>
            <a:normAutofit/>
          </a:bodyPr>
          <a:lstStyle/>
          <a:p>
            <a:pPr marL="0" indent="0">
              <a:buNone/>
            </a:pPr>
            <a:r>
              <a:rPr lang="en-US" b="1" dirty="0"/>
              <a:t>Investment Entity</a:t>
            </a:r>
            <a:r>
              <a:rPr lang="en-US" dirty="0"/>
              <a:t>: An entity that: </a:t>
            </a:r>
            <a:endParaRPr lang="en-GB" dirty="0"/>
          </a:p>
          <a:p>
            <a:pPr lvl="0"/>
            <a:r>
              <a:rPr lang="en-US" dirty="0"/>
              <a:t>obtains funds from one or more investors for the purpose of providing those investor(s) with investment management services.</a:t>
            </a:r>
            <a:endParaRPr lang="en-GB" dirty="0"/>
          </a:p>
          <a:p>
            <a:pPr lvl="0"/>
            <a:r>
              <a:rPr lang="en-US" dirty="0"/>
              <a:t>commits to its investor(s) that its business purpose is to invest funds solely for returns from capital appreciation, investment income, or both, and</a:t>
            </a:r>
            <a:endParaRPr lang="en-GB" dirty="0"/>
          </a:p>
          <a:p>
            <a:pPr lvl="0"/>
            <a:r>
              <a:rPr lang="en-US" dirty="0"/>
              <a:t>measures and evaluates the performance of substantially all of its investments on a fair value basis.</a:t>
            </a:r>
            <a:endParaRPr lang="en-GB" dirty="0"/>
          </a:p>
          <a:p>
            <a:pPr marL="0" indent="0">
              <a:buNone/>
            </a:pPr>
            <a:endParaRPr lang="en-GB" dirty="0"/>
          </a:p>
          <a:p>
            <a:r>
              <a:rPr lang="en-US" b="1" dirty="0"/>
              <a:t>Non-controlling interest</a:t>
            </a:r>
            <a:r>
              <a:rPr lang="en-US" dirty="0"/>
              <a:t>: Equity in a subsidiary not attributable, directly or indirectly, to a parent.</a:t>
            </a:r>
            <a:endParaRPr lang="en-GB" dirty="0"/>
          </a:p>
          <a:p>
            <a:endParaRPr lang="en-GB" dirty="0"/>
          </a:p>
        </p:txBody>
      </p:sp>
    </p:spTree>
    <p:extLst>
      <p:ext uri="{BB962C8B-B14F-4D97-AF65-F5344CB8AC3E}">
        <p14:creationId xmlns:p14="http://schemas.microsoft.com/office/powerpoint/2010/main" val="1516252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Some Key Definitions</a:t>
            </a:r>
          </a:p>
        </p:txBody>
      </p:sp>
      <p:sp>
        <p:nvSpPr>
          <p:cNvPr id="3" name="Content Placeholder 2"/>
          <p:cNvSpPr>
            <a:spLocks noGrp="1"/>
          </p:cNvSpPr>
          <p:nvPr>
            <p:ph sz="quarter" idx="1"/>
          </p:nvPr>
        </p:nvSpPr>
        <p:spPr>
          <a:xfrm>
            <a:off x="457200" y="914400"/>
            <a:ext cx="8229600" cy="5211763"/>
          </a:xfrm>
        </p:spPr>
        <p:txBody>
          <a:bodyPr>
            <a:normAutofit/>
          </a:bodyPr>
          <a:lstStyle/>
          <a:p>
            <a:endParaRPr lang="en-US" sz="3200" dirty="0"/>
          </a:p>
          <a:p>
            <a:r>
              <a:rPr lang="en-US" sz="3200" b="1" dirty="0"/>
              <a:t>Parent</a:t>
            </a:r>
            <a:r>
              <a:rPr lang="en-US" sz="3200" dirty="0"/>
              <a:t> – entity that controls one or more entities.</a:t>
            </a:r>
          </a:p>
          <a:p>
            <a:r>
              <a:rPr lang="en-US" sz="3200" b="1" dirty="0"/>
              <a:t>Power-</a:t>
            </a:r>
            <a:r>
              <a:rPr lang="en-US" sz="3200" dirty="0"/>
              <a:t>existin</a:t>
            </a:r>
            <a:r>
              <a:rPr lang="en-US" sz="2800" dirty="0"/>
              <a:t>g rights that give current ability to direct relevant activities of the investee</a:t>
            </a:r>
          </a:p>
          <a:p>
            <a:r>
              <a:rPr lang="en-US" sz="2800" b="1" dirty="0"/>
              <a:t>Subsidiary</a:t>
            </a:r>
            <a:r>
              <a:rPr lang="en-US" sz="2800" dirty="0"/>
              <a:t> –entity that is controlled by a parent</a:t>
            </a:r>
          </a:p>
          <a:p>
            <a:pPr marL="0" indent="0">
              <a:buNone/>
            </a:pPr>
            <a:endParaRPr lang="en-US" sz="2800" dirty="0"/>
          </a:p>
        </p:txBody>
      </p:sp>
      <p:sp>
        <p:nvSpPr>
          <p:cNvPr id="4" name="Date Placeholder 3"/>
          <p:cNvSpPr>
            <a:spLocks noGrp="1"/>
          </p:cNvSpPr>
          <p:nvPr>
            <p:ph type="dt" sz="half" idx="10"/>
          </p:nvPr>
        </p:nvSpPr>
        <p:spPr/>
        <p:txBody>
          <a:bodyPr/>
          <a:lstStyle/>
          <a:p>
            <a:fld id="{13121B66-98AB-42A4-83F3-CB8BEA8CA75A}" type="datetime1">
              <a:rPr lang="en-US" smtClean="0"/>
              <a:t>1/27/2026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6</a:t>
            </a:fld>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60BED-C999-5C31-0266-B524C4AC645E}"/>
              </a:ext>
            </a:extLst>
          </p:cNvPr>
          <p:cNvSpPr>
            <a:spLocks noGrp="1"/>
          </p:cNvSpPr>
          <p:nvPr>
            <p:ph type="title"/>
          </p:nvPr>
        </p:nvSpPr>
        <p:spPr>
          <a:xfrm>
            <a:off x="297180" y="274638"/>
            <a:ext cx="8389620" cy="731202"/>
          </a:xfrm>
        </p:spPr>
        <p:txBody>
          <a:bodyPr>
            <a:normAutofit fontScale="90000"/>
          </a:bodyPr>
          <a:lstStyle/>
          <a:p>
            <a:r>
              <a:rPr lang="en-US" b="1" dirty="0"/>
              <a:t>Some Key Definitions</a:t>
            </a:r>
            <a:endParaRPr lang="en-GB" dirty="0"/>
          </a:p>
        </p:txBody>
      </p:sp>
      <p:sp>
        <p:nvSpPr>
          <p:cNvPr id="3" name="Date Placeholder 2">
            <a:extLst>
              <a:ext uri="{FF2B5EF4-FFF2-40B4-BE49-F238E27FC236}">
                <a16:creationId xmlns:a16="http://schemas.microsoft.com/office/drawing/2014/main" id="{51A4F549-FE57-34B8-A72E-DA2A97AC0D97}"/>
              </a:ext>
            </a:extLst>
          </p:cNvPr>
          <p:cNvSpPr>
            <a:spLocks noGrp="1"/>
          </p:cNvSpPr>
          <p:nvPr>
            <p:ph type="dt" sz="half" idx="10"/>
          </p:nvPr>
        </p:nvSpPr>
        <p:spPr/>
        <p:txBody>
          <a:bodyPr/>
          <a:lstStyle/>
          <a:p>
            <a:fld id="{63031399-B9AB-4EB7-BD03-7BF73209B121}" type="datetime1">
              <a:rPr lang="en-US" smtClean="0"/>
              <a:t>1/27/2026</a:t>
            </a:fld>
            <a:endParaRPr lang="en-US"/>
          </a:p>
        </p:txBody>
      </p:sp>
      <p:sp>
        <p:nvSpPr>
          <p:cNvPr id="4" name="Footer Placeholder 3">
            <a:extLst>
              <a:ext uri="{FF2B5EF4-FFF2-40B4-BE49-F238E27FC236}">
                <a16:creationId xmlns:a16="http://schemas.microsoft.com/office/drawing/2014/main" id="{D681EAE0-8DE0-90A3-931D-E2DCAE1D29D7}"/>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02F04F33-5CB7-FF88-15DE-5638ABF672A4}"/>
              </a:ext>
            </a:extLst>
          </p:cNvPr>
          <p:cNvSpPr>
            <a:spLocks noGrp="1"/>
          </p:cNvSpPr>
          <p:nvPr>
            <p:ph type="sldNum" sz="quarter" idx="12"/>
          </p:nvPr>
        </p:nvSpPr>
        <p:spPr/>
        <p:txBody>
          <a:bodyPr/>
          <a:lstStyle/>
          <a:p>
            <a:fld id="{589DF8A6-85FE-4AF5-BEA1-6B187FEF4D6A}" type="slidenum">
              <a:rPr lang="en-US" smtClean="0"/>
              <a:pPr/>
              <a:t>7</a:t>
            </a:fld>
            <a:endParaRPr lang="en-US"/>
          </a:p>
        </p:txBody>
      </p:sp>
      <p:sp>
        <p:nvSpPr>
          <p:cNvPr id="6" name="Content Placeholder 5">
            <a:extLst>
              <a:ext uri="{FF2B5EF4-FFF2-40B4-BE49-F238E27FC236}">
                <a16:creationId xmlns:a16="http://schemas.microsoft.com/office/drawing/2014/main" id="{425A03D1-A3D3-8366-7FD9-D6C08E70E583}"/>
              </a:ext>
            </a:extLst>
          </p:cNvPr>
          <p:cNvSpPr>
            <a:spLocks noGrp="1"/>
          </p:cNvSpPr>
          <p:nvPr>
            <p:ph sz="quarter" idx="1"/>
          </p:nvPr>
        </p:nvSpPr>
        <p:spPr/>
        <p:txBody>
          <a:bodyPr>
            <a:normAutofit lnSpcReduction="10000"/>
          </a:bodyPr>
          <a:lstStyle/>
          <a:p>
            <a:r>
              <a:rPr lang="en-US" b="1" dirty="0"/>
              <a:t>Parent:</a:t>
            </a:r>
            <a:r>
              <a:rPr lang="en-US" dirty="0"/>
              <a:t> An entity that controls one or more entities.</a:t>
            </a:r>
            <a:endParaRPr lang="en-GB" dirty="0"/>
          </a:p>
          <a:p>
            <a:r>
              <a:rPr lang="en-US" b="1" dirty="0"/>
              <a:t>Power:</a:t>
            </a:r>
            <a:r>
              <a:rPr lang="en-US" dirty="0"/>
              <a:t> Existing rights that gave the current ability to direct the relevant activities.</a:t>
            </a:r>
            <a:endParaRPr lang="en-GB" dirty="0"/>
          </a:p>
          <a:p>
            <a:r>
              <a:rPr lang="en-US" b="1" dirty="0"/>
              <a:t>Protective rights</a:t>
            </a:r>
            <a:r>
              <a:rPr lang="en-US" dirty="0"/>
              <a:t>: Rights designed to protect the interest of the party holding those rights without giving that party power over the entity to which those rights relate.</a:t>
            </a:r>
            <a:endParaRPr lang="en-GB" dirty="0"/>
          </a:p>
          <a:p>
            <a:r>
              <a:rPr lang="en-US" b="1" dirty="0"/>
              <a:t>Relevant activities</a:t>
            </a:r>
            <a:r>
              <a:rPr lang="en-US" dirty="0"/>
              <a:t>: Activities of the investee that significantly affect the investee’s returns.</a:t>
            </a:r>
            <a:endParaRPr lang="en-GB" dirty="0"/>
          </a:p>
          <a:p>
            <a:r>
              <a:rPr lang="en-US" b="1" dirty="0"/>
              <a:t>Removal rights:</a:t>
            </a:r>
            <a:r>
              <a:rPr lang="en-US" dirty="0"/>
              <a:t> Rights to deprive the decision make of its decision-making authority.</a:t>
            </a:r>
            <a:endParaRPr lang="en-GB" dirty="0"/>
          </a:p>
          <a:p>
            <a:r>
              <a:rPr lang="en-US" b="1" dirty="0"/>
              <a:t>Subsidiary:</a:t>
            </a:r>
            <a:r>
              <a:rPr lang="en-US" dirty="0"/>
              <a:t> An entity that is controlled by another entity.</a:t>
            </a:r>
            <a:endParaRPr lang="en-GB" dirty="0"/>
          </a:p>
          <a:p>
            <a:endParaRPr lang="en-GB" dirty="0"/>
          </a:p>
        </p:txBody>
      </p:sp>
    </p:spTree>
    <p:extLst>
      <p:ext uri="{BB962C8B-B14F-4D97-AF65-F5344CB8AC3E}">
        <p14:creationId xmlns:p14="http://schemas.microsoft.com/office/powerpoint/2010/main" val="3445720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8229600" cy="762000"/>
          </a:xfrm>
        </p:spPr>
        <p:txBody>
          <a:bodyPr>
            <a:normAutofit/>
          </a:bodyPr>
          <a:lstStyle/>
          <a:p>
            <a:r>
              <a:rPr lang="en-US" dirty="0"/>
              <a:t>IFRS 10 – Reflections</a:t>
            </a:r>
          </a:p>
        </p:txBody>
      </p:sp>
      <p:sp>
        <p:nvSpPr>
          <p:cNvPr id="3" name="Content Placeholder 2"/>
          <p:cNvSpPr>
            <a:spLocks noGrp="1"/>
          </p:cNvSpPr>
          <p:nvPr>
            <p:ph sz="quarter" idx="1"/>
          </p:nvPr>
        </p:nvSpPr>
        <p:spPr>
          <a:xfrm>
            <a:off x="457200" y="1066800"/>
            <a:ext cx="8229600" cy="5059363"/>
          </a:xfrm>
        </p:spPr>
        <p:txBody>
          <a:bodyPr>
            <a:normAutofit/>
          </a:bodyPr>
          <a:lstStyle/>
          <a:p>
            <a:pPr>
              <a:buNone/>
            </a:pPr>
            <a:r>
              <a:rPr lang="en-US" b="1" dirty="0"/>
              <a:t>	</a:t>
            </a:r>
            <a:r>
              <a:rPr lang="en-US" b="1" i="1" dirty="0">
                <a:highlight>
                  <a:srgbClr val="00FF00"/>
                </a:highlight>
              </a:rPr>
              <a:t>Once control is established, parent must consolidate all subsidiaries</a:t>
            </a:r>
            <a:r>
              <a:rPr lang="en-US" dirty="0">
                <a:highlight>
                  <a:srgbClr val="00FF00"/>
                </a:highlight>
              </a:rPr>
              <a:t> </a:t>
            </a:r>
            <a:endParaRPr lang="en-GB" dirty="0">
              <a:highlight>
                <a:srgbClr val="00FF00"/>
              </a:highlight>
            </a:endParaRPr>
          </a:p>
          <a:p>
            <a:pPr>
              <a:buNone/>
            </a:pPr>
            <a:endParaRPr lang="en-US" b="1" dirty="0"/>
          </a:p>
          <a:p>
            <a:pPr marL="514350" indent="-514350">
              <a:buAutoNum type="arabicPeriod"/>
            </a:pPr>
            <a:r>
              <a:rPr lang="en-US" b="1" i="1" dirty="0">
                <a:solidFill>
                  <a:srgbClr val="FF0000"/>
                </a:solidFill>
              </a:rPr>
              <a:t>Under what conditions will a parent be exempted from preparing CFS? </a:t>
            </a:r>
          </a:p>
          <a:p>
            <a:pPr marL="0" indent="0">
              <a:buNone/>
            </a:pPr>
            <a:endParaRPr lang="en-US" b="1" i="1" dirty="0">
              <a:solidFill>
                <a:srgbClr val="FF0000"/>
              </a:solidFill>
            </a:endParaRPr>
          </a:p>
          <a:p>
            <a:pPr marL="0" indent="0">
              <a:buNone/>
            </a:pPr>
            <a:endParaRPr lang="en-US" b="1" i="1" dirty="0">
              <a:solidFill>
                <a:srgbClr val="FF0000"/>
              </a:solidFill>
            </a:endParaRPr>
          </a:p>
          <a:p>
            <a:pPr>
              <a:buNone/>
            </a:pPr>
            <a:r>
              <a:rPr lang="en-US" b="1" i="1" dirty="0">
                <a:solidFill>
                  <a:srgbClr val="FF0000"/>
                </a:solidFill>
              </a:rPr>
              <a:t>2. Under what conditions will a parent exclude a subsidiary from consolidation?</a:t>
            </a:r>
          </a:p>
          <a:p>
            <a:pPr>
              <a:buNone/>
            </a:pPr>
            <a:endParaRPr lang="en-US" dirty="0"/>
          </a:p>
        </p:txBody>
      </p:sp>
      <p:sp>
        <p:nvSpPr>
          <p:cNvPr id="4" name="Date Placeholder 3"/>
          <p:cNvSpPr>
            <a:spLocks noGrp="1"/>
          </p:cNvSpPr>
          <p:nvPr>
            <p:ph type="dt" sz="half" idx="10"/>
          </p:nvPr>
        </p:nvSpPr>
        <p:spPr/>
        <p:txBody>
          <a:bodyPr/>
          <a:lstStyle/>
          <a:p>
            <a:fld id="{FDAA951C-A308-4B75-9BF8-6B7F23143C59}" type="datetime1">
              <a:rPr lang="en-US" smtClean="0"/>
              <a:t>1/27/2026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8</a:t>
            </a:fld>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614" y="228600"/>
            <a:ext cx="8229600" cy="563562"/>
          </a:xfrm>
        </p:spPr>
        <p:txBody>
          <a:bodyPr>
            <a:normAutofit fontScale="90000"/>
          </a:bodyPr>
          <a:lstStyle/>
          <a:p>
            <a:r>
              <a:rPr lang="en-US" b="1" dirty="0"/>
              <a:t>IFRS 10 – The Control Model</a:t>
            </a:r>
          </a:p>
        </p:txBody>
      </p:sp>
      <p:sp>
        <p:nvSpPr>
          <p:cNvPr id="3" name="Content Placeholder 2"/>
          <p:cNvSpPr>
            <a:spLocks noGrp="1"/>
          </p:cNvSpPr>
          <p:nvPr>
            <p:ph sz="quarter" idx="1"/>
          </p:nvPr>
        </p:nvSpPr>
        <p:spPr>
          <a:xfrm>
            <a:off x="146304" y="914400"/>
            <a:ext cx="8871966" cy="5668962"/>
          </a:xfrm>
        </p:spPr>
        <p:txBody>
          <a:bodyPr>
            <a:normAutofit fontScale="92500" lnSpcReduction="10000"/>
          </a:bodyPr>
          <a:lstStyle/>
          <a:p>
            <a:pPr>
              <a:buNone/>
            </a:pPr>
            <a:r>
              <a:rPr lang="en-US" dirty="0"/>
              <a:t>	</a:t>
            </a:r>
            <a:r>
              <a:rPr lang="en-US" sz="3200" dirty="0"/>
              <a:t>An investor determines whether it is a parent by assessing whether it controls the investee. An investor controls an investee if it has all of the following:</a:t>
            </a:r>
            <a:endParaRPr lang="en-US" sz="3200" b="1" dirty="0"/>
          </a:p>
          <a:p>
            <a:pPr lvl="2"/>
            <a:r>
              <a:rPr lang="en-US" sz="3200" dirty="0"/>
              <a:t>Power over the investee</a:t>
            </a:r>
          </a:p>
          <a:p>
            <a:pPr lvl="2"/>
            <a:r>
              <a:rPr lang="en-US" sz="3200" dirty="0"/>
              <a:t>Exposure/right to variable returns</a:t>
            </a:r>
          </a:p>
          <a:p>
            <a:pPr lvl="2"/>
            <a:r>
              <a:rPr lang="en-US" sz="3200" dirty="0"/>
              <a:t>Ability to use power </a:t>
            </a:r>
          </a:p>
          <a:p>
            <a:pPr marL="594360" lvl="2" indent="0">
              <a:buNone/>
            </a:pPr>
            <a:endParaRPr lang="en-US" sz="3200" dirty="0"/>
          </a:p>
          <a:p>
            <a:r>
              <a:rPr lang="en-US" sz="3200" dirty="0"/>
              <a:t>Control is established is many forms</a:t>
            </a:r>
          </a:p>
          <a:p>
            <a:r>
              <a:rPr lang="en-US" sz="3200" dirty="0"/>
              <a:t>Entities must regularly assess whether control exist or not.</a:t>
            </a:r>
          </a:p>
          <a:p>
            <a:r>
              <a:rPr lang="en-US" sz="3200" dirty="0"/>
              <a:t>IFRS 10 defines control and provides guidelines for assessing whether control exist.</a:t>
            </a:r>
          </a:p>
          <a:p>
            <a:pPr>
              <a:buNone/>
            </a:pPr>
            <a:r>
              <a:rPr lang="en-US" sz="3200" b="1" i="1" dirty="0">
                <a:solidFill>
                  <a:srgbClr val="FF0000"/>
                </a:solidFill>
              </a:rPr>
              <a:t>	How do entities assess whether control exist or not.</a:t>
            </a:r>
          </a:p>
        </p:txBody>
      </p:sp>
      <p:sp>
        <p:nvSpPr>
          <p:cNvPr id="4" name="Date Placeholder 3"/>
          <p:cNvSpPr>
            <a:spLocks noGrp="1"/>
          </p:cNvSpPr>
          <p:nvPr>
            <p:ph type="dt" sz="half" idx="10"/>
          </p:nvPr>
        </p:nvSpPr>
        <p:spPr/>
        <p:txBody>
          <a:bodyPr/>
          <a:lstStyle/>
          <a:p>
            <a:fld id="{5ACDC301-3185-4AB4-8133-E5AF4411B513}" type="datetime1">
              <a:rPr lang="en-US" smtClean="0"/>
              <a:t>1/27/2026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9</a:t>
            </a:fld>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EF811-8286-1B6D-DAC7-D65D41B27648}"/>
              </a:ext>
            </a:extLst>
          </p:cNvPr>
          <p:cNvSpPr>
            <a:spLocks noGrp="1"/>
          </p:cNvSpPr>
          <p:nvPr>
            <p:ph type="title"/>
          </p:nvPr>
        </p:nvSpPr>
        <p:spPr>
          <a:xfrm>
            <a:off x="354330" y="274638"/>
            <a:ext cx="8332470" cy="765492"/>
          </a:xfrm>
        </p:spPr>
        <p:txBody>
          <a:bodyPr/>
          <a:lstStyle/>
          <a:p>
            <a:r>
              <a:rPr lang="en-US" b="1" dirty="0"/>
              <a:t>IFRS 10 – The Control Model</a:t>
            </a:r>
            <a:endParaRPr lang="en-GB" b="1" dirty="0"/>
          </a:p>
        </p:txBody>
      </p:sp>
      <p:sp>
        <p:nvSpPr>
          <p:cNvPr id="3" name="Date Placeholder 2">
            <a:extLst>
              <a:ext uri="{FF2B5EF4-FFF2-40B4-BE49-F238E27FC236}">
                <a16:creationId xmlns:a16="http://schemas.microsoft.com/office/drawing/2014/main" id="{2058B47A-69C1-F063-0213-8F3F4ED64FB2}"/>
              </a:ext>
            </a:extLst>
          </p:cNvPr>
          <p:cNvSpPr>
            <a:spLocks noGrp="1"/>
          </p:cNvSpPr>
          <p:nvPr>
            <p:ph type="dt" sz="half" idx="10"/>
          </p:nvPr>
        </p:nvSpPr>
        <p:spPr/>
        <p:txBody>
          <a:bodyPr/>
          <a:lstStyle/>
          <a:p>
            <a:fld id="{63031399-B9AB-4EB7-BD03-7BF73209B121}" type="datetime1">
              <a:rPr lang="en-US" smtClean="0"/>
              <a:t>1/27/2026</a:t>
            </a:fld>
            <a:endParaRPr lang="en-US"/>
          </a:p>
        </p:txBody>
      </p:sp>
      <p:sp>
        <p:nvSpPr>
          <p:cNvPr id="4" name="Footer Placeholder 3">
            <a:extLst>
              <a:ext uri="{FF2B5EF4-FFF2-40B4-BE49-F238E27FC236}">
                <a16:creationId xmlns:a16="http://schemas.microsoft.com/office/drawing/2014/main" id="{245EE9DE-3554-A00F-F0EA-D96D7261A1B1}"/>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92BE8B8D-F445-D4F4-1144-5F026878E535}"/>
              </a:ext>
            </a:extLst>
          </p:cNvPr>
          <p:cNvSpPr>
            <a:spLocks noGrp="1"/>
          </p:cNvSpPr>
          <p:nvPr>
            <p:ph type="sldNum" sz="quarter" idx="12"/>
          </p:nvPr>
        </p:nvSpPr>
        <p:spPr/>
        <p:txBody>
          <a:bodyPr/>
          <a:lstStyle/>
          <a:p>
            <a:fld id="{589DF8A6-85FE-4AF5-BEA1-6B187FEF4D6A}" type="slidenum">
              <a:rPr lang="en-US" smtClean="0"/>
              <a:pPr/>
              <a:t>10</a:t>
            </a:fld>
            <a:endParaRPr lang="en-US"/>
          </a:p>
        </p:txBody>
      </p:sp>
      <p:sp>
        <p:nvSpPr>
          <p:cNvPr id="6" name="Content Placeholder 5">
            <a:extLst>
              <a:ext uri="{FF2B5EF4-FFF2-40B4-BE49-F238E27FC236}">
                <a16:creationId xmlns:a16="http://schemas.microsoft.com/office/drawing/2014/main" id="{9EB4E9A4-B4FB-1DB6-03E6-028A3864B8F6}"/>
              </a:ext>
            </a:extLst>
          </p:cNvPr>
          <p:cNvSpPr>
            <a:spLocks noGrp="1"/>
          </p:cNvSpPr>
          <p:nvPr>
            <p:ph sz="quarter" idx="1"/>
          </p:nvPr>
        </p:nvSpPr>
        <p:spPr>
          <a:xfrm>
            <a:off x="354330" y="1447800"/>
            <a:ext cx="8595360" cy="4572000"/>
          </a:xfrm>
        </p:spPr>
        <p:txBody>
          <a:bodyPr/>
          <a:lstStyle/>
          <a:p>
            <a:pPr marL="0" indent="0">
              <a:buNone/>
            </a:pPr>
            <a:r>
              <a:rPr lang="en-US" dirty="0"/>
              <a:t>In assessing control, the investor must consider:</a:t>
            </a:r>
          </a:p>
          <a:p>
            <a:r>
              <a:rPr lang="en-US" dirty="0"/>
              <a:t> The purpose and design of the investee </a:t>
            </a:r>
          </a:p>
          <a:p>
            <a:r>
              <a:rPr lang="en-US" dirty="0"/>
              <a:t> What the relevant activities are and how decisions about those activities are made</a:t>
            </a:r>
          </a:p>
          <a:p>
            <a:r>
              <a:rPr lang="en-US" dirty="0"/>
              <a:t>Whether the rights of the investor give it the current ability to direct the relevant activities </a:t>
            </a:r>
          </a:p>
          <a:p>
            <a:r>
              <a:rPr lang="en-US" dirty="0"/>
              <a:t> Whether the investor is exposed, or has rights, to variable returns from its involvement </a:t>
            </a:r>
          </a:p>
          <a:p>
            <a:r>
              <a:rPr lang="en-US" dirty="0"/>
              <a:t>Whether the investor has the ability to use its power to affect the amount of the investor’s returns.</a:t>
            </a:r>
            <a:endParaRPr lang="en-GB" dirty="0"/>
          </a:p>
        </p:txBody>
      </p:sp>
    </p:spTree>
    <p:extLst>
      <p:ext uri="{BB962C8B-B14F-4D97-AF65-F5344CB8AC3E}">
        <p14:creationId xmlns:p14="http://schemas.microsoft.com/office/powerpoint/2010/main" val="954962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IFRS 10 – Consolidation Procedure</a:t>
            </a:r>
          </a:p>
        </p:txBody>
      </p:sp>
      <p:sp>
        <p:nvSpPr>
          <p:cNvPr id="3" name="Content Placeholder 2"/>
          <p:cNvSpPr>
            <a:spLocks noGrp="1"/>
          </p:cNvSpPr>
          <p:nvPr>
            <p:ph sz="quarter" idx="1"/>
          </p:nvPr>
        </p:nvSpPr>
        <p:spPr>
          <a:xfrm>
            <a:off x="457200" y="838200"/>
            <a:ext cx="8229600" cy="5287963"/>
          </a:xfrm>
        </p:spPr>
        <p:txBody>
          <a:bodyPr>
            <a:normAutofit lnSpcReduction="10000"/>
          </a:bodyPr>
          <a:lstStyle/>
          <a:p>
            <a:pPr>
              <a:buNone/>
            </a:pPr>
            <a:r>
              <a:rPr lang="en-US" dirty="0"/>
              <a:t>	</a:t>
            </a:r>
            <a:endParaRPr lang="en-US" b="1" dirty="0"/>
          </a:p>
          <a:p>
            <a:r>
              <a:rPr lang="en-US" sz="3200" dirty="0"/>
              <a:t>Combine all assets, liabilities, income, expenses, cash flows of the parent and subsidiary</a:t>
            </a:r>
          </a:p>
          <a:p>
            <a:r>
              <a:rPr lang="en-US" sz="3200" dirty="0"/>
              <a:t>Eliminate parent’s investment in each subsidiary with its portion of the subsidiary’s equity (</a:t>
            </a:r>
            <a:r>
              <a:rPr lang="en-US" sz="3200" dirty="0">
                <a:highlight>
                  <a:srgbClr val="00FF00"/>
                </a:highlight>
              </a:rPr>
              <a:t>apply IFRS 3</a:t>
            </a:r>
            <a:r>
              <a:rPr lang="en-US" sz="3200" dirty="0"/>
              <a:t>)</a:t>
            </a:r>
          </a:p>
          <a:p>
            <a:r>
              <a:rPr lang="en-US" sz="3200" dirty="0"/>
              <a:t> Fully eliminate intra group transactions and</a:t>
            </a:r>
          </a:p>
          <a:p>
            <a:pPr>
              <a:buNone/>
            </a:pPr>
            <a:r>
              <a:rPr lang="en-US" sz="3200" dirty="0"/>
              <a:t>	balances.</a:t>
            </a:r>
          </a:p>
          <a:p>
            <a:pPr>
              <a:buNone/>
            </a:pPr>
            <a:endParaRPr lang="en-US" sz="3200" dirty="0"/>
          </a:p>
          <a:p>
            <a:pPr>
              <a:buNone/>
            </a:pPr>
            <a:r>
              <a:rPr lang="en-US" sz="3200" dirty="0"/>
              <a:t>   </a:t>
            </a:r>
            <a:r>
              <a:rPr lang="en-US" sz="3200" b="1" i="1" dirty="0">
                <a:highlight>
                  <a:srgbClr val="00FF00"/>
                </a:highlight>
              </a:rPr>
              <a:t>All the consolidation that is done follows these three procedure.</a:t>
            </a:r>
          </a:p>
        </p:txBody>
      </p:sp>
      <p:sp>
        <p:nvSpPr>
          <p:cNvPr id="4" name="Date Placeholder 3"/>
          <p:cNvSpPr>
            <a:spLocks noGrp="1"/>
          </p:cNvSpPr>
          <p:nvPr>
            <p:ph type="dt" sz="half" idx="10"/>
          </p:nvPr>
        </p:nvSpPr>
        <p:spPr/>
        <p:txBody>
          <a:bodyPr/>
          <a:lstStyle/>
          <a:p>
            <a:fld id="{58566143-6170-4B60-9E61-D0C6549319E8}" type="datetime1">
              <a:rPr lang="en-US" smtClean="0"/>
              <a:t>1/27/2026</a:t>
            </a:fld>
            <a:endParaRPr lang="en-US"/>
          </a:p>
        </p:txBody>
      </p:sp>
      <p:sp>
        <p:nvSpPr>
          <p:cNvPr id="5" name="Footer Placeholder 4"/>
          <p:cNvSpPr>
            <a:spLocks noGrp="1"/>
          </p:cNvSpPr>
          <p:nvPr>
            <p:ph type="ftr" sz="quarter" idx="11"/>
          </p:nvPr>
        </p:nvSpPr>
        <p:spPr/>
        <p:txBody>
          <a:bodyPr/>
          <a:lstStyle/>
          <a:p>
            <a:r>
              <a:rPr lang="en-US" dirty="0"/>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11</a:t>
            </a:fld>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BC81C-61D1-0113-7351-E4BCD7926346}"/>
              </a:ext>
            </a:extLst>
          </p:cNvPr>
          <p:cNvSpPr>
            <a:spLocks noGrp="1"/>
          </p:cNvSpPr>
          <p:nvPr>
            <p:ph type="title"/>
          </p:nvPr>
        </p:nvSpPr>
        <p:spPr>
          <a:xfrm>
            <a:off x="146304" y="274638"/>
            <a:ext cx="8540496" cy="754062"/>
          </a:xfrm>
        </p:spPr>
        <p:txBody>
          <a:bodyPr/>
          <a:lstStyle/>
          <a:p>
            <a:r>
              <a:rPr lang="en-US" b="1" dirty="0"/>
              <a:t>IFRS 10 – Consolidation Procedure</a:t>
            </a:r>
            <a:endParaRPr lang="en-GB" b="1" dirty="0"/>
          </a:p>
        </p:txBody>
      </p:sp>
      <p:sp>
        <p:nvSpPr>
          <p:cNvPr id="3" name="Date Placeholder 2">
            <a:extLst>
              <a:ext uri="{FF2B5EF4-FFF2-40B4-BE49-F238E27FC236}">
                <a16:creationId xmlns:a16="http://schemas.microsoft.com/office/drawing/2014/main" id="{2D6D42DC-FBEB-FAC6-D9E3-5E9FA0BE00D9}"/>
              </a:ext>
            </a:extLst>
          </p:cNvPr>
          <p:cNvSpPr>
            <a:spLocks noGrp="1"/>
          </p:cNvSpPr>
          <p:nvPr>
            <p:ph type="dt" sz="half" idx="10"/>
          </p:nvPr>
        </p:nvSpPr>
        <p:spPr/>
        <p:txBody>
          <a:bodyPr/>
          <a:lstStyle/>
          <a:p>
            <a:fld id="{63031399-B9AB-4EB7-BD03-7BF73209B121}" type="datetime1">
              <a:rPr lang="en-US" smtClean="0"/>
              <a:t>1/27/2026</a:t>
            </a:fld>
            <a:endParaRPr lang="en-US"/>
          </a:p>
        </p:txBody>
      </p:sp>
      <p:sp>
        <p:nvSpPr>
          <p:cNvPr id="4" name="Footer Placeholder 3">
            <a:extLst>
              <a:ext uri="{FF2B5EF4-FFF2-40B4-BE49-F238E27FC236}">
                <a16:creationId xmlns:a16="http://schemas.microsoft.com/office/drawing/2014/main" id="{8988B26F-BF48-4225-0193-5F4B71B9DA9F}"/>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DEA34ED1-DF9E-6F72-00B3-A85947FCBC7A}"/>
              </a:ext>
            </a:extLst>
          </p:cNvPr>
          <p:cNvSpPr>
            <a:spLocks noGrp="1"/>
          </p:cNvSpPr>
          <p:nvPr>
            <p:ph type="sldNum" sz="quarter" idx="12"/>
          </p:nvPr>
        </p:nvSpPr>
        <p:spPr/>
        <p:txBody>
          <a:bodyPr/>
          <a:lstStyle/>
          <a:p>
            <a:fld id="{589DF8A6-85FE-4AF5-BEA1-6B187FEF4D6A}" type="slidenum">
              <a:rPr lang="en-US" smtClean="0"/>
              <a:pPr/>
              <a:t>12</a:t>
            </a:fld>
            <a:endParaRPr lang="en-US"/>
          </a:p>
        </p:txBody>
      </p:sp>
      <p:sp>
        <p:nvSpPr>
          <p:cNvPr id="6" name="Content Placeholder 5">
            <a:extLst>
              <a:ext uri="{FF2B5EF4-FFF2-40B4-BE49-F238E27FC236}">
                <a16:creationId xmlns:a16="http://schemas.microsoft.com/office/drawing/2014/main" id="{AAC55524-B298-5EE9-74F5-AD386834129B}"/>
              </a:ext>
            </a:extLst>
          </p:cNvPr>
          <p:cNvSpPr>
            <a:spLocks noGrp="1"/>
          </p:cNvSpPr>
          <p:nvPr>
            <p:ph sz="quarter" idx="1"/>
          </p:nvPr>
        </p:nvSpPr>
        <p:spPr>
          <a:xfrm>
            <a:off x="262890" y="1474470"/>
            <a:ext cx="8423910" cy="4046220"/>
          </a:xfrm>
        </p:spPr>
        <p:txBody>
          <a:bodyPr>
            <a:normAutofit lnSpcReduction="10000"/>
          </a:bodyPr>
          <a:lstStyle/>
          <a:p>
            <a:r>
              <a:rPr lang="en-US" sz="3200" dirty="0"/>
              <a:t>Parent and subsidiaries must have uniform accounting policies and reporting dates. </a:t>
            </a:r>
          </a:p>
          <a:p>
            <a:r>
              <a:rPr lang="en-US" sz="3200" dirty="0"/>
              <a:t>If not, alignment adjustments must be quantified and posted to ensure consistency. </a:t>
            </a:r>
          </a:p>
          <a:p>
            <a:r>
              <a:rPr lang="en-US" sz="3200" dirty="0"/>
              <a:t>Reporting dates cannot vary by more than 3 months.</a:t>
            </a:r>
          </a:p>
          <a:p>
            <a:r>
              <a:rPr lang="en-US" sz="3200" dirty="0"/>
              <a:t>Consolidation of an investee begins from the date the investor obtains control of the investee and ceases when the investor loses control of the investee.</a:t>
            </a:r>
            <a:endParaRPr lang="en-GB" sz="3200" dirty="0"/>
          </a:p>
        </p:txBody>
      </p:sp>
    </p:spTree>
    <p:extLst>
      <p:ext uri="{BB962C8B-B14F-4D97-AF65-F5344CB8AC3E}">
        <p14:creationId xmlns:p14="http://schemas.microsoft.com/office/powerpoint/2010/main" val="716656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12630-6730-CC4A-E9FC-CC2A2A13AA7E}"/>
              </a:ext>
            </a:extLst>
          </p:cNvPr>
          <p:cNvSpPr>
            <a:spLocks noGrp="1"/>
          </p:cNvSpPr>
          <p:nvPr>
            <p:ph type="title"/>
          </p:nvPr>
        </p:nvSpPr>
        <p:spPr>
          <a:xfrm>
            <a:off x="274320" y="274638"/>
            <a:ext cx="8412480" cy="563562"/>
          </a:xfrm>
        </p:spPr>
        <p:txBody>
          <a:bodyPr>
            <a:normAutofit fontScale="90000"/>
          </a:bodyPr>
          <a:lstStyle/>
          <a:p>
            <a:r>
              <a:rPr lang="en-US" b="1" dirty="0"/>
              <a:t>IFRS 3 – Loss of Control</a:t>
            </a:r>
            <a:endParaRPr lang="en-GB" b="1" dirty="0"/>
          </a:p>
        </p:txBody>
      </p:sp>
      <p:sp>
        <p:nvSpPr>
          <p:cNvPr id="3" name="Date Placeholder 2">
            <a:extLst>
              <a:ext uri="{FF2B5EF4-FFF2-40B4-BE49-F238E27FC236}">
                <a16:creationId xmlns:a16="http://schemas.microsoft.com/office/drawing/2014/main" id="{5125AFAD-3D08-AFD5-4C14-D76726A0ACE0}"/>
              </a:ext>
            </a:extLst>
          </p:cNvPr>
          <p:cNvSpPr>
            <a:spLocks noGrp="1"/>
          </p:cNvSpPr>
          <p:nvPr>
            <p:ph type="dt" sz="half" idx="10"/>
          </p:nvPr>
        </p:nvSpPr>
        <p:spPr/>
        <p:txBody>
          <a:bodyPr/>
          <a:lstStyle/>
          <a:p>
            <a:fld id="{63031399-B9AB-4EB7-BD03-7BF73209B121}" type="datetime1">
              <a:rPr lang="en-US" smtClean="0"/>
              <a:t>1/27/2026</a:t>
            </a:fld>
            <a:endParaRPr lang="en-US"/>
          </a:p>
        </p:txBody>
      </p:sp>
      <p:sp>
        <p:nvSpPr>
          <p:cNvPr id="4" name="Footer Placeholder 3">
            <a:extLst>
              <a:ext uri="{FF2B5EF4-FFF2-40B4-BE49-F238E27FC236}">
                <a16:creationId xmlns:a16="http://schemas.microsoft.com/office/drawing/2014/main" id="{226B8B53-D064-A0B4-289A-8F6EE946403D}"/>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21D0B1D2-89C9-B7D2-86E1-1F57EB140B04}"/>
              </a:ext>
            </a:extLst>
          </p:cNvPr>
          <p:cNvSpPr>
            <a:spLocks noGrp="1"/>
          </p:cNvSpPr>
          <p:nvPr>
            <p:ph type="sldNum" sz="quarter" idx="12"/>
          </p:nvPr>
        </p:nvSpPr>
        <p:spPr/>
        <p:txBody>
          <a:bodyPr/>
          <a:lstStyle/>
          <a:p>
            <a:fld id="{589DF8A6-85FE-4AF5-BEA1-6B187FEF4D6A}" type="slidenum">
              <a:rPr lang="en-US" smtClean="0"/>
              <a:pPr/>
              <a:t>13</a:t>
            </a:fld>
            <a:endParaRPr lang="en-US"/>
          </a:p>
        </p:txBody>
      </p:sp>
      <p:sp>
        <p:nvSpPr>
          <p:cNvPr id="6" name="Content Placeholder 5">
            <a:extLst>
              <a:ext uri="{FF2B5EF4-FFF2-40B4-BE49-F238E27FC236}">
                <a16:creationId xmlns:a16="http://schemas.microsoft.com/office/drawing/2014/main" id="{43DF679B-1A9E-67AB-A26C-65E65463E68D}"/>
              </a:ext>
            </a:extLst>
          </p:cNvPr>
          <p:cNvSpPr>
            <a:spLocks noGrp="1"/>
          </p:cNvSpPr>
          <p:nvPr>
            <p:ph sz="quarter" idx="1"/>
          </p:nvPr>
        </p:nvSpPr>
        <p:spPr>
          <a:xfrm>
            <a:off x="260604" y="948690"/>
            <a:ext cx="8883396" cy="5093970"/>
          </a:xfrm>
        </p:spPr>
        <p:txBody>
          <a:bodyPr>
            <a:normAutofit/>
          </a:bodyPr>
          <a:lstStyle/>
          <a:p>
            <a:pPr marL="0" indent="0">
              <a:buNone/>
            </a:pPr>
            <a:r>
              <a:rPr lang="en-US" dirty="0"/>
              <a:t>If a parent loses control of a subsidiary, the parent: </a:t>
            </a:r>
          </a:p>
          <a:p>
            <a:r>
              <a:rPr lang="en-US" sz="3200" dirty="0" err="1"/>
              <a:t>Derecognises</a:t>
            </a:r>
            <a:r>
              <a:rPr lang="en-US" sz="3200" dirty="0"/>
              <a:t> the assets and liabilities of the former subsidiary from the consolidated statement of financial position </a:t>
            </a:r>
          </a:p>
          <a:p>
            <a:r>
              <a:rPr lang="en-US" sz="3200" dirty="0" err="1"/>
              <a:t>Recognises</a:t>
            </a:r>
            <a:r>
              <a:rPr lang="en-US" sz="3200" dirty="0"/>
              <a:t> any investment retained in the former subsidiary at its fair value when control is lost</a:t>
            </a:r>
          </a:p>
          <a:p>
            <a:r>
              <a:rPr lang="en-US" sz="3200" dirty="0"/>
              <a:t>Subsequently accounts for it and for any amounts owed by or to the former subsidiary in accordance with relevant IFRSs..</a:t>
            </a:r>
            <a:endParaRPr lang="en-GB" sz="3200" dirty="0"/>
          </a:p>
        </p:txBody>
      </p:sp>
    </p:spTree>
    <p:extLst>
      <p:ext uri="{BB962C8B-B14F-4D97-AF65-F5344CB8AC3E}">
        <p14:creationId xmlns:p14="http://schemas.microsoft.com/office/powerpoint/2010/main" val="2276754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E8629-9268-C494-28DB-F5A251E6049F}"/>
              </a:ext>
            </a:extLst>
          </p:cNvPr>
          <p:cNvSpPr>
            <a:spLocks noGrp="1"/>
          </p:cNvSpPr>
          <p:nvPr>
            <p:ph type="title"/>
          </p:nvPr>
        </p:nvSpPr>
        <p:spPr>
          <a:xfrm>
            <a:off x="914400" y="274638"/>
            <a:ext cx="7772400" cy="845502"/>
          </a:xfrm>
        </p:spPr>
        <p:txBody>
          <a:bodyPr/>
          <a:lstStyle/>
          <a:p>
            <a:r>
              <a:rPr lang="en-US" b="1" dirty="0"/>
              <a:t>IFRS 3 – Loss of Control</a:t>
            </a:r>
            <a:endParaRPr lang="en-GB" b="1" dirty="0"/>
          </a:p>
        </p:txBody>
      </p:sp>
      <p:sp>
        <p:nvSpPr>
          <p:cNvPr id="3" name="Date Placeholder 2">
            <a:extLst>
              <a:ext uri="{FF2B5EF4-FFF2-40B4-BE49-F238E27FC236}">
                <a16:creationId xmlns:a16="http://schemas.microsoft.com/office/drawing/2014/main" id="{0D029454-7EBB-0077-A1B2-20A1EA661D33}"/>
              </a:ext>
            </a:extLst>
          </p:cNvPr>
          <p:cNvSpPr>
            <a:spLocks noGrp="1"/>
          </p:cNvSpPr>
          <p:nvPr>
            <p:ph type="dt" sz="half" idx="10"/>
          </p:nvPr>
        </p:nvSpPr>
        <p:spPr/>
        <p:txBody>
          <a:bodyPr/>
          <a:lstStyle/>
          <a:p>
            <a:fld id="{63031399-B9AB-4EB7-BD03-7BF73209B121}" type="datetime1">
              <a:rPr lang="en-US" smtClean="0"/>
              <a:t>1/27/2026</a:t>
            </a:fld>
            <a:endParaRPr lang="en-US"/>
          </a:p>
        </p:txBody>
      </p:sp>
      <p:sp>
        <p:nvSpPr>
          <p:cNvPr id="4" name="Footer Placeholder 3">
            <a:extLst>
              <a:ext uri="{FF2B5EF4-FFF2-40B4-BE49-F238E27FC236}">
                <a16:creationId xmlns:a16="http://schemas.microsoft.com/office/drawing/2014/main" id="{485DA8B2-8115-307C-6EA8-6C0BF042E77A}"/>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80A948BA-B050-3515-4C6D-1F5A2861ADF0}"/>
              </a:ext>
            </a:extLst>
          </p:cNvPr>
          <p:cNvSpPr>
            <a:spLocks noGrp="1"/>
          </p:cNvSpPr>
          <p:nvPr>
            <p:ph type="sldNum" sz="quarter" idx="12"/>
          </p:nvPr>
        </p:nvSpPr>
        <p:spPr/>
        <p:txBody>
          <a:bodyPr/>
          <a:lstStyle/>
          <a:p>
            <a:fld id="{589DF8A6-85FE-4AF5-BEA1-6B187FEF4D6A}" type="slidenum">
              <a:rPr lang="en-US" smtClean="0"/>
              <a:pPr/>
              <a:t>14</a:t>
            </a:fld>
            <a:endParaRPr lang="en-US"/>
          </a:p>
        </p:txBody>
      </p:sp>
      <p:sp>
        <p:nvSpPr>
          <p:cNvPr id="6" name="Content Placeholder 5">
            <a:extLst>
              <a:ext uri="{FF2B5EF4-FFF2-40B4-BE49-F238E27FC236}">
                <a16:creationId xmlns:a16="http://schemas.microsoft.com/office/drawing/2014/main" id="{CAEDBEE5-4110-1E55-CD68-9B87EBB9E3CD}"/>
              </a:ext>
            </a:extLst>
          </p:cNvPr>
          <p:cNvSpPr>
            <a:spLocks noGrp="1"/>
          </p:cNvSpPr>
          <p:nvPr>
            <p:ph sz="quarter" idx="1"/>
          </p:nvPr>
        </p:nvSpPr>
        <p:spPr>
          <a:xfrm>
            <a:off x="914400" y="1840230"/>
            <a:ext cx="8023860" cy="4179570"/>
          </a:xfrm>
        </p:spPr>
        <p:txBody>
          <a:bodyPr>
            <a:normAutofit/>
          </a:bodyPr>
          <a:lstStyle/>
          <a:p>
            <a:r>
              <a:rPr lang="en-US" sz="3200" dirty="0"/>
              <a:t>That fair value shall be regarded as the fair value on initial recognition of a financial asset in accordance with IFRS 9 </a:t>
            </a:r>
          </a:p>
          <a:p>
            <a:r>
              <a:rPr lang="en-US" sz="3200" dirty="0"/>
              <a:t>or, when appropriate, the cost on initial recognition of an investment in an associate or joint venture </a:t>
            </a:r>
          </a:p>
          <a:p>
            <a:r>
              <a:rPr lang="en-US" sz="3200" dirty="0" err="1"/>
              <a:t>Recognises</a:t>
            </a:r>
            <a:r>
              <a:rPr lang="en-US" sz="3200" dirty="0"/>
              <a:t> the gain or loss associated with the loss of control</a:t>
            </a:r>
            <a:endParaRPr lang="en-GB" sz="3200" dirty="0"/>
          </a:p>
        </p:txBody>
      </p:sp>
    </p:spTree>
    <p:extLst>
      <p:ext uri="{BB962C8B-B14F-4D97-AF65-F5344CB8AC3E}">
        <p14:creationId xmlns:p14="http://schemas.microsoft.com/office/powerpoint/2010/main" val="29411575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4183</TotalTime>
  <Words>995</Words>
  <Application>Microsoft Office PowerPoint</Application>
  <PresentationFormat>On-screen Show (4:3)</PresentationFormat>
  <Paragraphs>133</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Calibri</vt:lpstr>
      <vt:lpstr>Franklin Gothic Book</vt:lpstr>
      <vt:lpstr>Perpetua</vt:lpstr>
      <vt:lpstr>Wingdings 2</vt:lpstr>
      <vt:lpstr>Equity</vt:lpstr>
      <vt:lpstr>ADVANCED FINANCIAL REPORTING</vt:lpstr>
      <vt:lpstr>LEARNING OBJECTIVES</vt:lpstr>
      <vt:lpstr>IFRS 10 – Objective and Scope</vt:lpstr>
      <vt:lpstr>Some Key Definitions</vt:lpstr>
      <vt:lpstr>Some Key Definitions</vt:lpstr>
      <vt:lpstr>Some Key Definitions</vt:lpstr>
      <vt:lpstr>Some Key Definitions</vt:lpstr>
      <vt:lpstr>IFRS 10 – Reflections</vt:lpstr>
      <vt:lpstr>IFRS 10 – The Control Model</vt:lpstr>
      <vt:lpstr>IFRS 10 – The Control Model</vt:lpstr>
      <vt:lpstr>IFRS 10 – Consolidation Procedure</vt:lpstr>
      <vt:lpstr>IFRS 10 – Consolidation Procedure</vt:lpstr>
      <vt:lpstr>IFRS 3 – Loss of Control</vt:lpstr>
      <vt:lpstr>IFRS 3 – Loss of Control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Toshiba</dc:creator>
  <cp:lastModifiedBy>Comfort ANIPA</cp:lastModifiedBy>
  <cp:revision>2</cp:revision>
  <dcterms:created xsi:type="dcterms:W3CDTF">2014-09-06T11:32:07Z</dcterms:created>
  <dcterms:modified xsi:type="dcterms:W3CDTF">2026-01-27T17:12:41Z</dcterms:modified>
</cp:coreProperties>
</file>