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1"/>
  </p:notesMasterIdLst>
  <p:sldIdLst>
    <p:sldId id="256" r:id="rId2"/>
    <p:sldId id="304" r:id="rId3"/>
    <p:sldId id="305" r:id="rId4"/>
    <p:sldId id="294" r:id="rId5"/>
    <p:sldId id="313" r:id="rId6"/>
    <p:sldId id="299" r:id="rId7"/>
    <p:sldId id="314" r:id="rId8"/>
    <p:sldId id="315" r:id="rId9"/>
    <p:sldId id="31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A4CC3-5A78-4335-9EFA-0F2663588752}" v="4" dt="2026-01-24T23:42:50.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snapToGrid="0">
      <p:cViewPr>
        <p:scale>
          <a:sx n="67" d="100"/>
          <a:sy n="67" d="100"/>
        </p:scale>
        <p:origin x="1092"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mfort ANIPA" userId="c4bd65e3adbd3b1a" providerId="LiveId" clId="{F1A02D38-8ADC-4A75-9B32-68CD144AD12C}"/>
    <pc:docChg chg="undo custSel addSld delSld modSld sldOrd">
      <pc:chgData name="Comfort ANIPA" userId="c4bd65e3adbd3b1a" providerId="LiveId" clId="{F1A02D38-8ADC-4A75-9B32-68CD144AD12C}" dt="2026-01-24T23:51:38.374" v="705" actId="5793"/>
      <pc:docMkLst>
        <pc:docMk/>
      </pc:docMkLst>
      <pc:sldChg chg="modSp mod">
        <pc:chgData name="Comfort ANIPA" userId="c4bd65e3adbd3b1a" providerId="LiveId" clId="{F1A02D38-8ADC-4A75-9B32-68CD144AD12C}" dt="2026-01-24T23:21:50.601" v="71" actId="113"/>
        <pc:sldMkLst>
          <pc:docMk/>
          <pc:sldMk cId="0" sldId="256"/>
        </pc:sldMkLst>
        <pc:spChg chg="mod">
          <ac:chgData name="Comfort ANIPA" userId="c4bd65e3adbd3b1a" providerId="LiveId" clId="{F1A02D38-8ADC-4A75-9B32-68CD144AD12C}" dt="2026-01-24T23:21:50.601" v="71" actId="113"/>
          <ac:spMkLst>
            <pc:docMk/>
            <pc:sldMk cId="0" sldId="256"/>
            <ac:spMk id="3" creationId="{00000000-0000-0000-0000-000000000000}"/>
          </ac:spMkLst>
        </pc:spChg>
      </pc:sldChg>
      <pc:sldChg chg="del">
        <pc:chgData name="Comfort ANIPA" userId="c4bd65e3adbd3b1a" providerId="LiveId" clId="{F1A02D38-8ADC-4A75-9B32-68CD144AD12C}" dt="2026-01-24T23:25:15.101" v="151" actId="47"/>
        <pc:sldMkLst>
          <pc:docMk/>
          <pc:sldMk cId="0" sldId="257"/>
        </pc:sldMkLst>
      </pc:sldChg>
      <pc:sldChg chg="del">
        <pc:chgData name="Comfort ANIPA" userId="c4bd65e3adbd3b1a" providerId="LiveId" clId="{F1A02D38-8ADC-4A75-9B32-68CD144AD12C}" dt="2026-01-24T23:25:15.101" v="151" actId="47"/>
        <pc:sldMkLst>
          <pc:docMk/>
          <pc:sldMk cId="0" sldId="258"/>
        </pc:sldMkLst>
      </pc:sldChg>
      <pc:sldChg chg="del">
        <pc:chgData name="Comfort ANIPA" userId="c4bd65e3adbd3b1a" providerId="LiveId" clId="{F1A02D38-8ADC-4A75-9B32-68CD144AD12C}" dt="2026-01-24T23:25:15.101" v="151" actId="47"/>
        <pc:sldMkLst>
          <pc:docMk/>
          <pc:sldMk cId="0" sldId="259"/>
        </pc:sldMkLst>
      </pc:sldChg>
      <pc:sldChg chg="del">
        <pc:chgData name="Comfort ANIPA" userId="c4bd65e3adbd3b1a" providerId="LiveId" clId="{F1A02D38-8ADC-4A75-9B32-68CD144AD12C}" dt="2026-01-24T23:25:15.101" v="151" actId="47"/>
        <pc:sldMkLst>
          <pc:docMk/>
          <pc:sldMk cId="0" sldId="260"/>
        </pc:sldMkLst>
      </pc:sldChg>
      <pc:sldChg chg="del">
        <pc:chgData name="Comfort ANIPA" userId="c4bd65e3adbd3b1a" providerId="LiveId" clId="{F1A02D38-8ADC-4A75-9B32-68CD144AD12C}" dt="2026-01-24T23:49:29.910" v="596" actId="47"/>
        <pc:sldMkLst>
          <pc:docMk/>
          <pc:sldMk cId="0" sldId="261"/>
        </pc:sldMkLst>
      </pc:sldChg>
      <pc:sldChg chg="del">
        <pc:chgData name="Comfort ANIPA" userId="c4bd65e3adbd3b1a" providerId="LiveId" clId="{F1A02D38-8ADC-4A75-9B32-68CD144AD12C}" dt="2026-01-24T23:49:29.910" v="596" actId="47"/>
        <pc:sldMkLst>
          <pc:docMk/>
          <pc:sldMk cId="0" sldId="262"/>
        </pc:sldMkLst>
      </pc:sldChg>
      <pc:sldChg chg="del">
        <pc:chgData name="Comfort ANIPA" userId="c4bd65e3adbd3b1a" providerId="LiveId" clId="{F1A02D38-8ADC-4A75-9B32-68CD144AD12C}" dt="2026-01-24T23:49:29.910" v="596" actId="47"/>
        <pc:sldMkLst>
          <pc:docMk/>
          <pc:sldMk cId="0" sldId="263"/>
        </pc:sldMkLst>
      </pc:sldChg>
      <pc:sldChg chg="del">
        <pc:chgData name="Comfort ANIPA" userId="c4bd65e3adbd3b1a" providerId="LiveId" clId="{F1A02D38-8ADC-4A75-9B32-68CD144AD12C}" dt="2026-01-24T23:49:29.910" v="596" actId="47"/>
        <pc:sldMkLst>
          <pc:docMk/>
          <pc:sldMk cId="0" sldId="264"/>
        </pc:sldMkLst>
      </pc:sldChg>
      <pc:sldChg chg="del">
        <pc:chgData name="Comfort ANIPA" userId="c4bd65e3adbd3b1a" providerId="LiveId" clId="{F1A02D38-8ADC-4A75-9B32-68CD144AD12C}" dt="2026-01-24T23:49:29.910" v="596" actId="47"/>
        <pc:sldMkLst>
          <pc:docMk/>
          <pc:sldMk cId="0" sldId="265"/>
        </pc:sldMkLst>
      </pc:sldChg>
      <pc:sldChg chg="del">
        <pc:chgData name="Comfort ANIPA" userId="c4bd65e3adbd3b1a" providerId="LiveId" clId="{F1A02D38-8ADC-4A75-9B32-68CD144AD12C}" dt="2026-01-24T23:25:15.101" v="151" actId="47"/>
        <pc:sldMkLst>
          <pc:docMk/>
          <pc:sldMk cId="0" sldId="274"/>
        </pc:sldMkLst>
      </pc:sldChg>
      <pc:sldChg chg="del">
        <pc:chgData name="Comfort ANIPA" userId="c4bd65e3adbd3b1a" providerId="LiveId" clId="{F1A02D38-8ADC-4A75-9B32-68CD144AD12C}" dt="2026-01-24T23:49:29.910" v="596" actId="47"/>
        <pc:sldMkLst>
          <pc:docMk/>
          <pc:sldMk cId="0" sldId="275"/>
        </pc:sldMkLst>
      </pc:sldChg>
      <pc:sldChg chg="del">
        <pc:chgData name="Comfort ANIPA" userId="c4bd65e3adbd3b1a" providerId="LiveId" clId="{F1A02D38-8ADC-4A75-9B32-68CD144AD12C}" dt="2026-01-24T23:49:29.910" v="596" actId="47"/>
        <pc:sldMkLst>
          <pc:docMk/>
          <pc:sldMk cId="0" sldId="276"/>
        </pc:sldMkLst>
      </pc:sldChg>
      <pc:sldChg chg="del">
        <pc:chgData name="Comfort ANIPA" userId="c4bd65e3adbd3b1a" providerId="LiveId" clId="{F1A02D38-8ADC-4A75-9B32-68CD144AD12C}" dt="2026-01-24T23:49:29.910" v="596" actId="47"/>
        <pc:sldMkLst>
          <pc:docMk/>
          <pc:sldMk cId="0" sldId="277"/>
        </pc:sldMkLst>
      </pc:sldChg>
      <pc:sldChg chg="del">
        <pc:chgData name="Comfort ANIPA" userId="c4bd65e3adbd3b1a" providerId="LiveId" clId="{F1A02D38-8ADC-4A75-9B32-68CD144AD12C}" dt="2026-01-24T23:49:29.910" v="596" actId="47"/>
        <pc:sldMkLst>
          <pc:docMk/>
          <pc:sldMk cId="0" sldId="278"/>
        </pc:sldMkLst>
      </pc:sldChg>
      <pc:sldChg chg="del">
        <pc:chgData name="Comfort ANIPA" userId="c4bd65e3adbd3b1a" providerId="LiveId" clId="{F1A02D38-8ADC-4A75-9B32-68CD144AD12C}" dt="2026-01-24T23:49:29.910" v="596" actId="47"/>
        <pc:sldMkLst>
          <pc:docMk/>
          <pc:sldMk cId="0" sldId="279"/>
        </pc:sldMkLst>
      </pc:sldChg>
      <pc:sldChg chg="del">
        <pc:chgData name="Comfort ANIPA" userId="c4bd65e3adbd3b1a" providerId="LiveId" clId="{F1A02D38-8ADC-4A75-9B32-68CD144AD12C}" dt="2026-01-24T23:49:29.910" v="596" actId="47"/>
        <pc:sldMkLst>
          <pc:docMk/>
          <pc:sldMk cId="0" sldId="280"/>
        </pc:sldMkLst>
      </pc:sldChg>
      <pc:sldChg chg="del">
        <pc:chgData name="Comfort ANIPA" userId="c4bd65e3adbd3b1a" providerId="LiveId" clId="{F1A02D38-8ADC-4A75-9B32-68CD144AD12C}" dt="2026-01-24T23:49:29.910" v="596" actId="47"/>
        <pc:sldMkLst>
          <pc:docMk/>
          <pc:sldMk cId="0" sldId="281"/>
        </pc:sldMkLst>
      </pc:sldChg>
      <pc:sldChg chg="del">
        <pc:chgData name="Comfort ANIPA" userId="c4bd65e3adbd3b1a" providerId="LiveId" clId="{F1A02D38-8ADC-4A75-9B32-68CD144AD12C}" dt="2026-01-24T23:49:29.910" v="596" actId="47"/>
        <pc:sldMkLst>
          <pc:docMk/>
          <pc:sldMk cId="0" sldId="282"/>
        </pc:sldMkLst>
      </pc:sldChg>
      <pc:sldChg chg="del">
        <pc:chgData name="Comfort ANIPA" userId="c4bd65e3adbd3b1a" providerId="LiveId" clId="{F1A02D38-8ADC-4A75-9B32-68CD144AD12C}" dt="2026-01-24T23:49:29.910" v="596" actId="47"/>
        <pc:sldMkLst>
          <pc:docMk/>
          <pc:sldMk cId="0" sldId="283"/>
        </pc:sldMkLst>
      </pc:sldChg>
      <pc:sldChg chg="del">
        <pc:chgData name="Comfort ANIPA" userId="c4bd65e3adbd3b1a" providerId="LiveId" clId="{F1A02D38-8ADC-4A75-9B32-68CD144AD12C}" dt="2026-01-24T23:49:29.910" v="596" actId="47"/>
        <pc:sldMkLst>
          <pc:docMk/>
          <pc:sldMk cId="0" sldId="284"/>
        </pc:sldMkLst>
      </pc:sldChg>
      <pc:sldChg chg="del">
        <pc:chgData name="Comfort ANIPA" userId="c4bd65e3adbd3b1a" providerId="LiveId" clId="{F1A02D38-8ADC-4A75-9B32-68CD144AD12C}" dt="2026-01-24T23:49:29.910" v="596" actId="47"/>
        <pc:sldMkLst>
          <pc:docMk/>
          <pc:sldMk cId="0" sldId="285"/>
        </pc:sldMkLst>
      </pc:sldChg>
      <pc:sldChg chg="del">
        <pc:chgData name="Comfort ANIPA" userId="c4bd65e3adbd3b1a" providerId="LiveId" clId="{F1A02D38-8ADC-4A75-9B32-68CD144AD12C}" dt="2026-01-24T23:49:29.910" v="596" actId="47"/>
        <pc:sldMkLst>
          <pc:docMk/>
          <pc:sldMk cId="0" sldId="286"/>
        </pc:sldMkLst>
      </pc:sldChg>
      <pc:sldChg chg="del">
        <pc:chgData name="Comfort ANIPA" userId="c4bd65e3adbd3b1a" providerId="LiveId" clId="{F1A02D38-8ADC-4A75-9B32-68CD144AD12C}" dt="2026-01-24T23:49:29.910" v="596" actId="47"/>
        <pc:sldMkLst>
          <pc:docMk/>
          <pc:sldMk cId="0" sldId="287"/>
        </pc:sldMkLst>
      </pc:sldChg>
      <pc:sldChg chg="del">
        <pc:chgData name="Comfort ANIPA" userId="c4bd65e3adbd3b1a" providerId="LiveId" clId="{F1A02D38-8ADC-4A75-9B32-68CD144AD12C}" dt="2026-01-24T23:49:29.910" v="596" actId="47"/>
        <pc:sldMkLst>
          <pc:docMk/>
          <pc:sldMk cId="0" sldId="289"/>
        </pc:sldMkLst>
      </pc:sldChg>
      <pc:sldChg chg="del">
        <pc:chgData name="Comfort ANIPA" userId="c4bd65e3adbd3b1a" providerId="LiveId" clId="{F1A02D38-8ADC-4A75-9B32-68CD144AD12C}" dt="2026-01-24T23:49:29.910" v="596" actId="47"/>
        <pc:sldMkLst>
          <pc:docMk/>
          <pc:sldMk cId="0" sldId="290"/>
        </pc:sldMkLst>
      </pc:sldChg>
      <pc:sldChg chg="del">
        <pc:chgData name="Comfort ANIPA" userId="c4bd65e3adbd3b1a" providerId="LiveId" clId="{F1A02D38-8ADC-4A75-9B32-68CD144AD12C}" dt="2026-01-24T23:49:29.910" v="596" actId="47"/>
        <pc:sldMkLst>
          <pc:docMk/>
          <pc:sldMk cId="0" sldId="291"/>
        </pc:sldMkLst>
      </pc:sldChg>
      <pc:sldChg chg="del">
        <pc:chgData name="Comfort ANIPA" userId="c4bd65e3adbd3b1a" providerId="LiveId" clId="{F1A02D38-8ADC-4A75-9B32-68CD144AD12C}" dt="2026-01-24T23:49:29.910" v="596" actId="47"/>
        <pc:sldMkLst>
          <pc:docMk/>
          <pc:sldMk cId="0" sldId="292"/>
        </pc:sldMkLst>
      </pc:sldChg>
      <pc:sldChg chg="del">
        <pc:chgData name="Comfort ANIPA" userId="c4bd65e3adbd3b1a" providerId="LiveId" clId="{F1A02D38-8ADC-4A75-9B32-68CD144AD12C}" dt="2026-01-24T23:49:29.910" v="596" actId="47"/>
        <pc:sldMkLst>
          <pc:docMk/>
          <pc:sldMk cId="0" sldId="293"/>
        </pc:sldMkLst>
      </pc:sldChg>
      <pc:sldChg chg="modSp mod">
        <pc:chgData name="Comfort ANIPA" userId="c4bd65e3adbd3b1a" providerId="LiveId" clId="{F1A02D38-8ADC-4A75-9B32-68CD144AD12C}" dt="2026-01-24T23:30:41.373" v="211" actId="20577"/>
        <pc:sldMkLst>
          <pc:docMk/>
          <pc:sldMk cId="0" sldId="294"/>
        </pc:sldMkLst>
        <pc:spChg chg="mod">
          <ac:chgData name="Comfort ANIPA" userId="c4bd65e3adbd3b1a" providerId="LiveId" clId="{F1A02D38-8ADC-4A75-9B32-68CD144AD12C}" dt="2026-01-24T23:30:41.373" v="211" actId="20577"/>
          <ac:spMkLst>
            <pc:docMk/>
            <pc:sldMk cId="0" sldId="294"/>
            <ac:spMk id="5" creationId="{00000000-0000-0000-0000-000000000000}"/>
          </ac:spMkLst>
        </pc:spChg>
      </pc:sldChg>
      <pc:sldChg chg="del">
        <pc:chgData name="Comfort ANIPA" userId="c4bd65e3adbd3b1a" providerId="LiveId" clId="{F1A02D38-8ADC-4A75-9B32-68CD144AD12C}" dt="2026-01-24T23:49:29.910" v="596" actId="47"/>
        <pc:sldMkLst>
          <pc:docMk/>
          <pc:sldMk cId="0" sldId="295"/>
        </pc:sldMkLst>
      </pc:sldChg>
      <pc:sldChg chg="del">
        <pc:chgData name="Comfort ANIPA" userId="c4bd65e3adbd3b1a" providerId="LiveId" clId="{F1A02D38-8ADC-4A75-9B32-68CD144AD12C}" dt="2026-01-24T23:49:29.910" v="596" actId="47"/>
        <pc:sldMkLst>
          <pc:docMk/>
          <pc:sldMk cId="0" sldId="296"/>
        </pc:sldMkLst>
      </pc:sldChg>
      <pc:sldChg chg="del">
        <pc:chgData name="Comfort ANIPA" userId="c4bd65e3adbd3b1a" providerId="LiveId" clId="{F1A02D38-8ADC-4A75-9B32-68CD144AD12C}" dt="2026-01-24T23:49:29.910" v="596" actId="47"/>
        <pc:sldMkLst>
          <pc:docMk/>
          <pc:sldMk cId="0" sldId="297"/>
        </pc:sldMkLst>
      </pc:sldChg>
      <pc:sldChg chg="del">
        <pc:chgData name="Comfort ANIPA" userId="c4bd65e3adbd3b1a" providerId="LiveId" clId="{F1A02D38-8ADC-4A75-9B32-68CD144AD12C}" dt="2026-01-24T23:49:29.910" v="596" actId="47"/>
        <pc:sldMkLst>
          <pc:docMk/>
          <pc:sldMk cId="0" sldId="298"/>
        </pc:sldMkLst>
      </pc:sldChg>
      <pc:sldChg chg="modSp mod">
        <pc:chgData name="Comfort ANIPA" userId="c4bd65e3adbd3b1a" providerId="LiveId" clId="{F1A02D38-8ADC-4A75-9B32-68CD144AD12C}" dt="2026-01-24T23:48:27.487" v="559" actId="5793"/>
        <pc:sldMkLst>
          <pc:docMk/>
          <pc:sldMk cId="0" sldId="299"/>
        </pc:sldMkLst>
        <pc:spChg chg="mod">
          <ac:chgData name="Comfort ANIPA" userId="c4bd65e3adbd3b1a" providerId="LiveId" clId="{F1A02D38-8ADC-4A75-9B32-68CD144AD12C}" dt="2026-01-24T23:35:54.909" v="326" actId="14100"/>
          <ac:spMkLst>
            <pc:docMk/>
            <pc:sldMk cId="0" sldId="299"/>
            <ac:spMk id="2" creationId="{00000000-0000-0000-0000-000000000000}"/>
          </ac:spMkLst>
        </pc:spChg>
        <pc:spChg chg="mod">
          <ac:chgData name="Comfort ANIPA" userId="c4bd65e3adbd3b1a" providerId="LiveId" clId="{F1A02D38-8ADC-4A75-9B32-68CD144AD12C}" dt="2026-01-24T23:48:27.487" v="559" actId="5793"/>
          <ac:spMkLst>
            <pc:docMk/>
            <pc:sldMk cId="0" sldId="299"/>
            <ac:spMk id="5" creationId="{00000000-0000-0000-0000-000000000000}"/>
          </ac:spMkLst>
        </pc:spChg>
      </pc:sldChg>
      <pc:sldChg chg="del">
        <pc:chgData name="Comfort ANIPA" userId="c4bd65e3adbd3b1a" providerId="LiveId" clId="{F1A02D38-8ADC-4A75-9B32-68CD144AD12C}" dt="2026-01-24T23:25:15.101" v="151" actId="47"/>
        <pc:sldMkLst>
          <pc:docMk/>
          <pc:sldMk cId="0" sldId="300"/>
        </pc:sldMkLst>
      </pc:sldChg>
      <pc:sldChg chg="del">
        <pc:chgData name="Comfort ANIPA" userId="c4bd65e3adbd3b1a" providerId="LiveId" clId="{F1A02D38-8ADC-4A75-9B32-68CD144AD12C}" dt="2026-01-24T23:49:29.910" v="596" actId="47"/>
        <pc:sldMkLst>
          <pc:docMk/>
          <pc:sldMk cId="0" sldId="301"/>
        </pc:sldMkLst>
      </pc:sldChg>
      <pc:sldChg chg="del">
        <pc:chgData name="Comfort ANIPA" userId="c4bd65e3adbd3b1a" providerId="LiveId" clId="{F1A02D38-8ADC-4A75-9B32-68CD144AD12C}" dt="2026-01-24T23:49:29.910" v="596" actId="47"/>
        <pc:sldMkLst>
          <pc:docMk/>
          <pc:sldMk cId="0" sldId="302"/>
        </pc:sldMkLst>
      </pc:sldChg>
      <pc:sldChg chg="del">
        <pc:chgData name="Comfort ANIPA" userId="c4bd65e3adbd3b1a" providerId="LiveId" clId="{F1A02D38-8ADC-4A75-9B32-68CD144AD12C}" dt="2026-01-24T23:49:29.910" v="596" actId="47"/>
        <pc:sldMkLst>
          <pc:docMk/>
          <pc:sldMk cId="0" sldId="303"/>
        </pc:sldMkLst>
      </pc:sldChg>
      <pc:sldChg chg="modSp mod">
        <pc:chgData name="Comfort ANIPA" userId="c4bd65e3adbd3b1a" providerId="LiveId" clId="{F1A02D38-8ADC-4A75-9B32-68CD144AD12C}" dt="2026-01-24T23:24:52.994" v="150" actId="113"/>
        <pc:sldMkLst>
          <pc:docMk/>
          <pc:sldMk cId="2283573053" sldId="304"/>
        </pc:sldMkLst>
        <pc:spChg chg="mod">
          <ac:chgData name="Comfort ANIPA" userId="c4bd65e3adbd3b1a" providerId="LiveId" clId="{F1A02D38-8ADC-4A75-9B32-68CD144AD12C}" dt="2026-01-24T23:24:52.994" v="150" actId="113"/>
          <ac:spMkLst>
            <pc:docMk/>
            <pc:sldMk cId="2283573053" sldId="304"/>
            <ac:spMk id="2" creationId="{00000000-0000-0000-0000-000000000000}"/>
          </ac:spMkLst>
        </pc:spChg>
        <pc:spChg chg="mod">
          <ac:chgData name="Comfort ANIPA" userId="c4bd65e3adbd3b1a" providerId="LiveId" clId="{F1A02D38-8ADC-4A75-9B32-68CD144AD12C}" dt="2026-01-24T23:24:47.337" v="149" actId="14100"/>
          <ac:spMkLst>
            <pc:docMk/>
            <pc:sldMk cId="2283573053" sldId="304"/>
            <ac:spMk id="6" creationId="{00000000-0000-0000-0000-000000000000}"/>
          </ac:spMkLst>
        </pc:spChg>
      </pc:sldChg>
      <pc:sldChg chg="modSp mod">
        <pc:chgData name="Comfort ANIPA" userId="c4bd65e3adbd3b1a" providerId="LiveId" clId="{F1A02D38-8ADC-4A75-9B32-68CD144AD12C}" dt="2026-01-24T23:51:08.005" v="685" actId="20577"/>
        <pc:sldMkLst>
          <pc:docMk/>
          <pc:sldMk cId="3887861592" sldId="305"/>
        </pc:sldMkLst>
        <pc:spChg chg="mod">
          <ac:chgData name="Comfort ANIPA" userId="c4bd65e3adbd3b1a" providerId="LiveId" clId="{F1A02D38-8ADC-4A75-9B32-68CD144AD12C}" dt="2026-01-24T23:51:08.005" v="685" actId="20577"/>
          <ac:spMkLst>
            <pc:docMk/>
            <pc:sldMk cId="3887861592" sldId="305"/>
            <ac:spMk id="6" creationId="{00000000-0000-0000-0000-000000000000}"/>
          </ac:spMkLst>
        </pc:spChg>
      </pc:sldChg>
      <pc:sldChg chg="del">
        <pc:chgData name="Comfort ANIPA" userId="c4bd65e3adbd3b1a" providerId="LiveId" clId="{F1A02D38-8ADC-4A75-9B32-68CD144AD12C}" dt="2026-01-24T23:49:29.910" v="596" actId="47"/>
        <pc:sldMkLst>
          <pc:docMk/>
          <pc:sldMk cId="722174676" sldId="306"/>
        </pc:sldMkLst>
      </pc:sldChg>
      <pc:sldChg chg="del">
        <pc:chgData name="Comfort ANIPA" userId="c4bd65e3adbd3b1a" providerId="LiveId" clId="{F1A02D38-8ADC-4A75-9B32-68CD144AD12C}" dt="2026-01-24T23:49:29.910" v="596" actId="47"/>
        <pc:sldMkLst>
          <pc:docMk/>
          <pc:sldMk cId="4235007771" sldId="307"/>
        </pc:sldMkLst>
      </pc:sldChg>
      <pc:sldChg chg="del">
        <pc:chgData name="Comfort ANIPA" userId="c4bd65e3adbd3b1a" providerId="LiveId" clId="{F1A02D38-8ADC-4A75-9B32-68CD144AD12C}" dt="2026-01-24T23:49:29.910" v="596" actId="47"/>
        <pc:sldMkLst>
          <pc:docMk/>
          <pc:sldMk cId="2939536093" sldId="308"/>
        </pc:sldMkLst>
      </pc:sldChg>
      <pc:sldChg chg="del">
        <pc:chgData name="Comfort ANIPA" userId="c4bd65e3adbd3b1a" providerId="LiveId" clId="{F1A02D38-8ADC-4A75-9B32-68CD144AD12C}" dt="2026-01-24T23:49:29.910" v="596" actId="47"/>
        <pc:sldMkLst>
          <pc:docMk/>
          <pc:sldMk cId="2787511718" sldId="309"/>
        </pc:sldMkLst>
      </pc:sldChg>
      <pc:sldChg chg="del">
        <pc:chgData name="Comfort ANIPA" userId="c4bd65e3adbd3b1a" providerId="LiveId" clId="{F1A02D38-8ADC-4A75-9B32-68CD144AD12C}" dt="2026-01-24T23:49:29.910" v="596" actId="47"/>
        <pc:sldMkLst>
          <pc:docMk/>
          <pc:sldMk cId="2581653474" sldId="311"/>
        </pc:sldMkLst>
      </pc:sldChg>
      <pc:sldChg chg="del">
        <pc:chgData name="Comfort ANIPA" userId="c4bd65e3adbd3b1a" providerId="LiveId" clId="{F1A02D38-8ADC-4A75-9B32-68CD144AD12C}" dt="2026-01-24T23:49:29.910" v="596" actId="47"/>
        <pc:sldMkLst>
          <pc:docMk/>
          <pc:sldMk cId="378514155" sldId="312"/>
        </pc:sldMkLst>
      </pc:sldChg>
      <pc:sldChg chg="modSp new mod ord">
        <pc:chgData name="Comfort ANIPA" userId="c4bd65e3adbd3b1a" providerId="LiveId" clId="{F1A02D38-8ADC-4A75-9B32-68CD144AD12C}" dt="2026-01-24T23:34:37.665" v="293" actId="6549"/>
        <pc:sldMkLst>
          <pc:docMk/>
          <pc:sldMk cId="2431538018" sldId="313"/>
        </pc:sldMkLst>
        <pc:spChg chg="mod">
          <ac:chgData name="Comfort ANIPA" userId="c4bd65e3adbd3b1a" providerId="LiveId" clId="{F1A02D38-8ADC-4A75-9B32-68CD144AD12C}" dt="2026-01-24T23:31:12.769" v="230" actId="113"/>
          <ac:spMkLst>
            <pc:docMk/>
            <pc:sldMk cId="2431538018" sldId="313"/>
            <ac:spMk id="2" creationId="{1882DBB6-2E5F-E75A-4F97-70002722D1E1}"/>
          </ac:spMkLst>
        </pc:spChg>
        <pc:spChg chg="mod">
          <ac:chgData name="Comfort ANIPA" userId="c4bd65e3adbd3b1a" providerId="LiveId" clId="{F1A02D38-8ADC-4A75-9B32-68CD144AD12C}" dt="2026-01-24T23:34:37.665" v="293" actId="6549"/>
          <ac:spMkLst>
            <pc:docMk/>
            <pc:sldMk cId="2431538018" sldId="313"/>
            <ac:spMk id="6" creationId="{B28C71EF-0A28-077C-44B3-67DE2444BA7A}"/>
          </ac:spMkLst>
        </pc:spChg>
      </pc:sldChg>
      <pc:sldChg chg="modSp new mod">
        <pc:chgData name="Comfort ANIPA" userId="c4bd65e3adbd3b1a" providerId="LiveId" clId="{F1A02D38-8ADC-4A75-9B32-68CD144AD12C}" dt="2026-01-24T23:49:15.688" v="595" actId="20577"/>
        <pc:sldMkLst>
          <pc:docMk/>
          <pc:sldMk cId="2303128269" sldId="314"/>
        </pc:sldMkLst>
        <pc:spChg chg="mod">
          <ac:chgData name="Comfort ANIPA" userId="c4bd65e3adbd3b1a" providerId="LiveId" clId="{F1A02D38-8ADC-4A75-9B32-68CD144AD12C}" dt="2026-01-24T23:43:33.513" v="378" actId="14100"/>
          <ac:spMkLst>
            <pc:docMk/>
            <pc:sldMk cId="2303128269" sldId="314"/>
            <ac:spMk id="2" creationId="{D18C81FA-400E-599F-F06F-D6BE96921629}"/>
          </ac:spMkLst>
        </pc:spChg>
        <pc:spChg chg="mod">
          <ac:chgData name="Comfort ANIPA" userId="c4bd65e3adbd3b1a" providerId="LiveId" clId="{F1A02D38-8ADC-4A75-9B32-68CD144AD12C}" dt="2026-01-24T23:49:15.688" v="595" actId="20577"/>
          <ac:spMkLst>
            <pc:docMk/>
            <pc:sldMk cId="2303128269" sldId="314"/>
            <ac:spMk id="6" creationId="{022078EE-23A1-B1E3-9EDA-291CB9F6F2CD}"/>
          </ac:spMkLst>
        </pc:spChg>
      </pc:sldChg>
      <pc:sldChg chg="modSp new mod">
        <pc:chgData name="Comfort ANIPA" userId="c4bd65e3adbd3b1a" providerId="LiveId" clId="{F1A02D38-8ADC-4A75-9B32-68CD144AD12C}" dt="2026-01-24T23:49:01.761" v="584" actId="27636"/>
        <pc:sldMkLst>
          <pc:docMk/>
          <pc:sldMk cId="1704290742" sldId="315"/>
        </pc:sldMkLst>
        <pc:spChg chg="mod">
          <ac:chgData name="Comfort ANIPA" userId="c4bd65e3adbd3b1a" providerId="LiveId" clId="{F1A02D38-8ADC-4A75-9B32-68CD144AD12C}" dt="2026-01-24T23:48:57.786" v="582" actId="14100"/>
          <ac:spMkLst>
            <pc:docMk/>
            <pc:sldMk cId="1704290742" sldId="315"/>
            <ac:spMk id="2" creationId="{8EBE57AC-D84D-8065-3FFD-D1DDCBBA34CA}"/>
          </ac:spMkLst>
        </pc:spChg>
        <pc:spChg chg="mod">
          <ac:chgData name="Comfort ANIPA" userId="c4bd65e3adbd3b1a" providerId="LiveId" clId="{F1A02D38-8ADC-4A75-9B32-68CD144AD12C}" dt="2026-01-24T23:49:01.761" v="584" actId="27636"/>
          <ac:spMkLst>
            <pc:docMk/>
            <pc:sldMk cId="1704290742" sldId="315"/>
            <ac:spMk id="6" creationId="{63D770A9-15FC-8925-36A5-6D17272CB24A}"/>
          </ac:spMkLst>
        </pc:spChg>
      </pc:sldChg>
      <pc:sldChg chg="modSp new mod">
        <pc:chgData name="Comfort ANIPA" userId="c4bd65e3adbd3b1a" providerId="LiveId" clId="{F1A02D38-8ADC-4A75-9B32-68CD144AD12C}" dt="2026-01-24T23:51:38.374" v="705" actId="5793"/>
        <pc:sldMkLst>
          <pc:docMk/>
          <pc:sldMk cId="3222099983" sldId="316"/>
        </pc:sldMkLst>
        <pc:spChg chg="mod">
          <ac:chgData name="Comfort ANIPA" userId="c4bd65e3adbd3b1a" providerId="LiveId" clId="{F1A02D38-8ADC-4A75-9B32-68CD144AD12C}" dt="2026-01-24T23:50:30.554" v="621" actId="13926"/>
          <ac:spMkLst>
            <pc:docMk/>
            <pc:sldMk cId="3222099983" sldId="316"/>
            <ac:spMk id="2" creationId="{0CEC99B5-3E5B-7F71-D410-A4130670FAEC}"/>
          </ac:spMkLst>
        </pc:spChg>
        <pc:spChg chg="mod">
          <ac:chgData name="Comfort ANIPA" userId="c4bd65e3adbd3b1a" providerId="LiveId" clId="{F1A02D38-8ADC-4A75-9B32-68CD144AD12C}" dt="2026-01-24T23:51:38.374" v="705" actId="5793"/>
          <ac:spMkLst>
            <pc:docMk/>
            <pc:sldMk cId="3222099983" sldId="316"/>
            <ac:spMk id="6" creationId="{6E972C84-0DD9-DAA8-68E6-1AF06CF370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403D37-9AC5-4CE4-B5B7-B70A732B303F}" type="datetimeFigureOut">
              <a:rPr lang="en-US" smtClean="0"/>
              <a:pPr/>
              <a:t>1/24/2026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64F34D-938A-4E27-BA4D-387449CA2812}" type="slidenum">
              <a:rPr lang="en-US" smtClean="0"/>
              <a:pPr/>
              <a:t>‹#›</a:t>
            </a:fld>
            <a:endParaRPr lang="en-US"/>
          </a:p>
        </p:txBody>
      </p:sp>
    </p:spTree>
    <p:extLst>
      <p:ext uri="{BB962C8B-B14F-4D97-AF65-F5344CB8AC3E}">
        <p14:creationId xmlns:p14="http://schemas.microsoft.com/office/powerpoint/2010/main" val="176289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364F34D-938A-4E27-BA4D-387449CA2812}" type="slidenum">
              <a:rPr lang="en-US" smtClean="0"/>
              <a:pPr/>
              <a:t>1</a:t>
            </a:fld>
            <a:endParaRPr lang="en-US"/>
          </a:p>
        </p:txBody>
      </p:sp>
    </p:spTree>
    <p:extLst>
      <p:ext uri="{BB962C8B-B14F-4D97-AF65-F5344CB8AC3E}">
        <p14:creationId xmlns:p14="http://schemas.microsoft.com/office/powerpoint/2010/main" val="1963277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364F34D-938A-4E27-BA4D-387449CA2812}" type="slidenum">
              <a:rPr lang="en-US" smtClean="0"/>
              <a:pPr/>
              <a:t>4</a:t>
            </a:fld>
            <a:endParaRPr lang="en-US"/>
          </a:p>
        </p:txBody>
      </p:sp>
    </p:spTree>
    <p:extLst>
      <p:ext uri="{BB962C8B-B14F-4D97-AF65-F5344CB8AC3E}">
        <p14:creationId xmlns:p14="http://schemas.microsoft.com/office/powerpoint/2010/main" val="4184213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D0B45542-2B0E-4A5A-A3C6-6A67EA44700B}" type="datetime1">
              <a:rPr lang="en-US" smtClean="0"/>
              <a:t>1/24/2026</a:t>
            </a:fld>
            <a:endParaRPr lang="en-US"/>
          </a:p>
        </p:txBody>
      </p:sp>
      <p:sp>
        <p:nvSpPr>
          <p:cNvPr id="17" name="Footer Placeholder 16"/>
          <p:cNvSpPr>
            <a:spLocks noGrp="1"/>
          </p:cNvSpPr>
          <p:nvPr>
            <p:ph type="ftr" sz="quarter" idx="11"/>
          </p:nvPr>
        </p:nvSpPr>
        <p:spPr/>
        <p:txBody>
          <a:bodyPr/>
          <a:lstStyle/>
          <a:p>
            <a:r>
              <a:rPr lang="en-US"/>
              <a:t>Dr. ANIPA</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89DF8A6-85FE-4AF5-BEA1-6B187FEF4D6A}"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6BBABF21-35CA-424A-9A2A-05778BF453C6}" type="datetime1">
              <a:rPr lang="en-US" smtClean="0"/>
              <a:t>1/24/2026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888F974-B33A-42F4-A48F-C66FBFC8DA9C}" type="datetime1">
              <a:rPr lang="en-US" smtClean="0"/>
              <a:t>1/24/2026</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Dr. ANIPA</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A4195E4-8891-412D-A126-2BF2942C9837}" type="datetime1">
              <a:rPr lang="en-US" smtClean="0"/>
              <a:t>1/24/2026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3ACB1BA-B22D-424E-A34F-7ADC3370C9C2}" type="datetime1">
              <a:rPr lang="en-US" smtClean="0"/>
              <a:t>1/24/2026</a:t>
            </a:fld>
            <a:endParaRPr lang="en-US"/>
          </a:p>
        </p:txBody>
      </p:sp>
      <p:sp>
        <p:nvSpPr>
          <p:cNvPr id="8" name="Footer Placeholder 7"/>
          <p:cNvSpPr>
            <a:spLocks noGrp="1"/>
          </p:cNvSpPr>
          <p:nvPr>
            <p:ph type="ftr" sz="quarter" idx="11"/>
          </p:nvPr>
        </p:nvSpPr>
        <p:spPr/>
        <p:txBody>
          <a:bodyPr/>
          <a:lstStyle/>
          <a:p>
            <a:r>
              <a:rPr lang="en-US"/>
              <a:t>Dr. ANIPA</a:t>
            </a:r>
          </a:p>
        </p:txBody>
      </p:sp>
      <p:sp>
        <p:nvSpPr>
          <p:cNvPr id="9" name="Slide Number Placeholder 8"/>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363279C-FB8C-42DC-8F6B-1F75EC7049C1}" type="datetime1">
              <a:rPr lang="en-US" smtClean="0"/>
              <a:t>1/24/2026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88A608-A67A-4A27-8372-C9798EFB1AD4}" type="datetime1">
              <a:rPr lang="en-US" smtClean="0"/>
              <a:t>1/24/2026</a:t>
            </a:fld>
            <a:endParaRPr lang="en-US"/>
          </a:p>
        </p:txBody>
      </p:sp>
      <p:sp>
        <p:nvSpPr>
          <p:cNvPr id="3" name="Footer Placeholder 2"/>
          <p:cNvSpPr>
            <a:spLocks noGrp="1"/>
          </p:cNvSpPr>
          <p:nvPr>
            <p:ph type="ftr" sz="quarter" idx="11"/>
          </p:nvPr>
        </p:nvSpPr>
        <p:spPr/>
        <p:txBody>
          <a:bodyPr/>
          <a:lstStyle/>
          <a:p>
            <a:r>
              <a:rPr lang="en-US"/>
              <a:t>Dr. ANIPA</a:t>
            </a:r>
          </a:p>
        </p:txBody>
      </p:sp>
      <p:sp>
        <p:nvSpPr>
          <p:cNvPr id="4" name="Slide Number Placeholder 3"/>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26198D7-D0EA-413E-B114-DE43F0925851}" type="datetime1">
              <a:rPr lang="en-US" smtClean="0"/>
              <a:t>1/24/2026</a:t>
            </a:fld>
            <a:endParaRPr lang="en-US"/>
          </a:p>
        </p:txBody>
      </p:sp>
      <p:sp>
        <p:nvSpPr>
          <p:cNvPr id="6" name="Footer Placeholder 5"/>
          <p:cNvSpPr>
            <a:spLocks noGrp="1"/>
          </p:cNvSpPr>
          <p:nvPr>
            <p:ph type="ftr" sz="quarter" idx="11"/>
          </p:nvPr>
        </p:nvSpPr>
        <p:spPr/>
        <p:txBody>
          <a:bodyPr/>
          <a:lstStyle/>
          <a:p>
            <a:r>
              <a:rPr lang="en-US"/>
              <a:t>Dr. ANIPA</a:t>
            </a:r>
          </a:p>
        </p:txBody>
      </p:sp>
      <p:sp>
        <p:nvSpPr>
          <p:cNvPr id="7" name="Slide Number Placeholder 6"/>
          <p:cNvSpPr>
            <a:spLocks noGrp="1"/>
          </p:cNvSpPr>
          <p:nvPr>
            <p:ph type="sldNum" sz="quarter" idx="12"/>
          </p:nvPr>
        </p:nvSpPr>
        <p:spPr/>
        <p:txBody>
          <a:bodyPr/>
          <a:lstStyle/>
          <a:p>
            <a:fld id="{589DF8A6-85FE-4AF5-BEA1-6B187FEF4D6A}"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6B8CAD4-8561-40A1-8909-11F6841FAB1F}" type="datetime1">
              <a:rPr lang="en-US" smtClean="0"/>
              <a:t>1/24/2026</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Dr. ANIPA</a:t>
            </a:r>
          </a:p>
        </p:txBody>
      </p:sp>
      <p:sp>
        <p:nvSpPr>
          <p:cNvPr id="7" name="Slide Number Placeholder 6"/>
          <p:cNvSpPr>
            <a:spLocks noGrp="1"/>
          </p:cNvSpPr>
          <p:nvPr>
            <p:ph type="sldNum" sz="quarter" idx="12"/>
          </p:nvPr>
        </p:nvSpPr>
        <p:spPr>
          <a:xfrm>
            <a:off x="146304" y="6208776"/>
            <a:ext cx="457200" cy="457200"/>
          </a:xfrm>
        </p:spPr>
        <p:txBody>
          <a:bodyPr/>
          <a:lstStyle/>
          <a:p>
            <a:fld id="{589DF8A6-85FE-4AF5-BEA1-6B187FEF4D6A}"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95AA464-8055-4EB0-9A33-F3CE1A1CF1B0}" type="datetime1">
              <a:rPr lang="en-US" smtClean="0"/>
              <a:t>1/24/2026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217E3CF-E32A-47B3-BCC6-F76F266E5BC9}" type="datetime1">
              <a:rPr lang="en-US" smtClean="0"/>
              <a:t>1/24/2026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3368195-ADE4-49D1-A52F-27B5EA59D7A4}" type="datetime1">
              <a:rPr lang="en-US" smtClean="0"/>
              <a:t>1/24/2026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Dr. ANIPA</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89DF8A6-85FE-4AF5-BEA1-6B187FEF4D6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3886200"/>
            <a:ext cx="8267700" cy="1066800"/>
          </a:xfrm>
        </p:spPr>
        <p:txBody>
          <a:bodyPr>
            <a:normAutofit/>
          </a:bodyPr>
          <a:lstStyle/>
          <a:p>
            <a:r>
              <a:rPr lang="en-US" b="1" dirty="0"/>
              <a:t>GROUP ACCOUNTING –IAS 27</a:t>
            </a:r>
          </a:p>
          <a:p>
            <a:r>
              <a:rPr lang="en-US" b="1" dirty="0"/>
              <a:t>SEPARATE FINANCIAL STATEMENTS</a:t>
            </a:r>
          </a:p>
        </p:txBody>
      </p:sp>
      <p:sp>
        <p:nvSpPr>
          <p:cNvPr id="2" name="Title 1"/>
          <p:cNvSpPr>
            <a:spLocks noGrp="1"/>
          </p:cNvSpPr>
          <p:nvPr>
            <p:ph type="ctrTitle"/>
          </p:nvPr>
        </p:nvSpPr>
        <p:spPr>
          <a:xfrm>
            <a:off x="146304" y="1505931"/>
            <a:ext cx="8540496" cy="1161070"/>
          </a:xfrm>
        </p:spPr>
        <p:txBody>
          <a:bodyPr/>
          <a:lstStyle/>
          <a:p>
            <a:r>
              <a:rPr lang="en-US"/>
              <a:t>ADVANCED FINANCIAL REPORTING</a:t>
            </a:r>
          </a:p>
        </p:txBody>
      </p:sp>
      <p:sp>
        <p:nvSpPr>
          <p:cNvPr id="4" name="Date Placeholder 3"/>
          <p:cNvSpPr>
            <a:spLocks noGrp="1"/>
          </p:cNvSpPr>
          <p:nvPr>
            <p:ph type="dt" sz="half" idx="10"/>
          </p:nvPr>
        </p:nvSpPr>
        <p:spPr/>
        <p:txBody>
          <a:bodyPr/>
          <a:lstStyle/>
          <a:p>
            <a:fld id="{F25F598F-36AB-4392-9505-253AB1220F07}" type="datetime1">
              <a:rPr lang="en-US" smtClean="0"/>
              <a:t>1/24/2026</a:t>
            </a:fld>
            <a:endParaRPr lang="en-US"/>
          </a:p>
        </p:txBody>
      </p:sp>
      <p:sp>
        <p:nvSpPr>
          <p:cNvPr id="5" name="Footer Placeholder 4"/>
          <p:cNvSpPr>
            <a:spLocks noGrp="1"/>
          </p:cNvSpPr>
          <p:nvPr>
            <p:ph type="ftr" sz="quarter" idx="11"/>
          </p:nvPr>
        </p:nvSpPr>
        <p:spPr/>
        <p:txBody>
          <a:bodyPr/>
          <a:lstStyle/>
          <a:p>
            <a:r>
              <a:rPr lang="en-US"/>
              <a:t>Dr. ANIPA</a:t>
            </a:r>
          </a:p>
        </p:txBody>
      </p:sp>
      <p:sp>
        <p:nvSpPr>
          <p:cNvPr id="6" name="Slide Number Placeholder 5"/>
          <p:cNvSpPr>
            <a:spLocks noGrp="1"/>
          </p:cNvSpPr>
          <p:nvPr>
            <p:ph type="sldNum" sz="quarter" idx="12"/>
          </p:nvPr>
        </p:nvSpPr>
        <p:spPr/>
        <p:txBody>
          <a:bodyPr/>
          <a:lstStyle/>
          <a:p>
            <a:fld id="{589DF8A6-85FE-4AF5-BEA1-6B187FEF4D6A}" type="slidenum">
              <a:rPr lang="en-US" smtClean="0"/>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731202"/>
          </a:xfrm>
        </p:spPr>
        <p:txBody>
          <a:bodyPr>
            <a:normAutofit fontScale="90000"/>
          </a:bodyPr>
          <a:lstStyle/>
          <a:p>
            <a:r>
              <a:rPr lang="en-US" b="1" dirty="0"/>
              <a:t>LEARNING OBJECTIVES</a:t>
            </a:r>
          </a:p>
        </p:txBody>
      </p:sp>
      <p:sp>
        <p:nvSpPr>
          <p:cNvPr id="3" name="Date Placeholder 2"/>
          <p:cNvSpPr>
            <a:spLocks noGrp="1"/>
          </p:cNvSpPr>
          <p:nvPr>
            <p:ph type="dt" sz="half" idx="10"/>
          </p:nvPr>
        </p:nvSpPr>
        <p:spPr/>
        <p:txBody>
          <a:bodyPr/>
          <a:lstStyle/>
          <a:p>
            <a:fld id="{8CED50CE-E4A7-4E61-B0A0-8DCC012B13E4}" type="datetime1">
              <a:rPr lang="en-US" smtClean="0"/>
              <a:t>1/24/2026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2</a:t>
            </a:fld>
            <a:endParaRPr lang="en-US"/>
          </a:p>
        </p:txBody>
      </p:sp>
      <p:sp>
        <p:nvSpPr>
          <p:cNvPr id="6" name="Content Placeholder 5"/>
          <p:cNvSpPr>
            <a:spLocks noGrp="1"/>
          </p:cNvSpPr>
          <p:nvPr>
            <p:ph sz="quarter" idx="1"/>
          </p:nvPr>
        </p:nvSpPr>
        <p:spPr>
          <a:xfrm>
            <a:off x="400050" y="1280160"/>
            <a:ext cx="8515350" cy="4137660"/>
          </a:xfrm>
        </p:spPr>
        <p:txBody>
          <a:bodyPr/>
          <a:lstStyle/>
          <a:p>
            <a:r>
              <a:rPr lang="en-US" sz="4000" dirty="0"/>
              <a:t>Explain the objective and scope of IAS 27</a:t>
            </a:r>
          </a:p>
          <a:p>
            <a:r>
              <a:rPr lang="en-US" sz="4000" dirty="0"/>
              <a:t>Define key terms in the standard</a:t>
            </a:r>
          </a:p>
          <a:p>
            <a:r>
              <a:rPr lang="en-US" sz="4000" dirty="0"/>
              <a:t>Separate Financial Statements/Consolidated Financial S</a:t>
            </a:r>
          </a:p>
          <a:p>
            <a:r>
              <a:rPr lang="en-US" sz="4000" dirty="0"/>
              <a:t>Outline the provisions of IAS 27 and the disclosure requirements.</a:t>
            </a:r>
          </a:p>
          <a:p>
            <a:endParaRPr lang="en-US" dirty="0"/>
          </a:p>
          <a:p>
            <a:endParaRPr lang="en-US" dirty="0"/>
          </a:p>
        </p:txBody>
      </p:sp>
    </p:spTree>
    <p:extLst>
      <p:ext uri="{BB962C8B-B14F-4D97-AF65-F5344CB8AC3E}">
        <p14:creationId xmlns:p14="http://schemas.microsoft.com/office/powerpoint/2010/main" val="228357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219200"/>
          </a:xfrm>
        </p:spPr>
        <p:txBody>
          <a:bodyPr>
            <a:normAutofit fontScale="90000"/>
          </a:bodyPr>
          <a:lstStyle/>
          <a:p>
            <a:pPr algn="ctr"/>
            <a:br>
              <a:rPr lang="en-US"/>
            </a:br>
            <a:br>
              <a:rPr lang="en-US"/>
            </a:br>
            <a:br>
              <a:rPr lang="en-US"/>
            </a:br>
            <a:br>
              <a:rPr lang="en-US"/>
            </a:br>
            <a:br>
              <a:rPr lang="en-US"/>
            </a:br>
            <a:br>
              <a:rPr lang="en-US"/>
            </a:br>
            <a:br>
              <a:rPr lang="en-US"/>
            </a:br>
            <a:br>
              <a:rPr lang="en-US"/>
            </a:br>
            <a:br>
              <a:rPr lang="en-US"/>
            </a:br>
            <a:br>
              <a:rPr lang="en-US"/>
            </a:br>
            <a:r>
              <a:rPr lang="en-US" b="1"/>
              <a:t>IAS 27-SEPARATE FINANCIAL STATEMENTS</a:t>
            </a:r>
          </a:p>
        </p:txBody>
      </p:sp>
      <p:sp>
        <p:nvSpPr>
          <p:cNvPr id="3" name="Date Placeholder 2"/>
          <p:cNvSpPr>
            <a:spLocks noGrp="1"/>
          </p:cNvSpPr>
          <p:nvPr>
            <p:ph type="dt" sz="half" idx="10"/>
          </p:nvPr>
        </p:nvSpPr>
        <p:spPr/>
        <p:txBody>
          <a:bodyPr/>
          <a:lstStyle/>
          <a:p>
            <a:fld id="{23DCB46F-CED1-4244-AE9E-939BBC5EA02C}" type="datetime1">
              <a:rPr lang="en-US" smtClean="0"/>
              <a:t>1/24/2026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Slide Number Placeholder 4"/>
          <p:cNvSpPr>
            <a:spLocks noGrp="1"/>
          </p:cNvSpPr>
          <p:nvPr>
            <p:ph type="sldNum" sz="quarter" idx="12"/>
          </p:nvPr>
        </p:nvSpPr>
        <p:spPr/>
        <p:txBody>
          <a:bodyPr/>
          <a:lstStyle/>
          <a:p>
            <a:fld id="{589DF8A6-85FE-4AF5-BEA1-6B187FEF4D6A}" type="slidenum">
              <a:rPr lang="en-US" smtClean="0"/>
              <a:pPr/>
              <a:t>3</a:t>
            </a:fld>
            <a:endParaRPr lang="en-US"/>
          </a:p>
        </p:txBody>
      </p:sp>
      <p:sp>
        <p:nvSpPr>
          <p:cNvPr id="6" name="Content Placeholder 5"/>
          <p:cNvSpPr>
            <a:spLocks noGrp="1"/>
          </p:cNvSpPr>
          <p:nvPr>
            <p:ph sz="quarter" idx="1"/>
          </p:nvPr>
        </p:nvSpPr>
        <p:spPr>
          <a:xfrm>
            <a:off x="304800" y="1447800"/>
            <a:ext cx="8610600" cy="4876800"/>
          </a:xfrm>
        </p:spPr>
        <p:txBody>
          <a:bodyPr>
            <a:normAutofit/>
          </a:bodyPr>
          <a:lstStyle/>
          <a:p>
            <a:r>
              <a:rPr lang="en-US" sz="4000" dirty="0"/>
              <a:t>Reflective questions</a:t>
            </a:r>
          </a:p>
          <a:p>
            <a:pPr lvl="1"/>
            <a:r>
              <a:rPr lang="en-US" sz="4000" dirty="0"/>
              <a:t>Define separate financial statements.</a:t>
            </a:r>
          </a:p>
          <a:p>
            <a:pPr lvl="1"/>
            <a:r>
              <a:rPr lang="en-US" sz="4000" dirty="0"/>
              <a:t>What is the objective of IAS 27?</a:t>
            </a:r>
          </a:p>
          <a:p>
            <a:pPr lvl="1"/>
            <a:r>
              <a:rPr lang="en-US" sz="4000" dirty="0"/>
              <a:t>What is the scope of the standard?</a:t>
            </a:r>
          </a:p>
          <a:p>
            <a:pPr lvl="1"/>
            <a:r>
              <a:rPr lang="en-US" sz="4000" dirty="0"/>
              <a:t>Outline the provisions of the standard.</a:t>
            </a:r>
          </a:p>
          <a:p>
            <a:pPr lvl="1"/>
            <a:r>
              <a:rPr lang="en-US" sz="4000" dirty="0"/>
              <a:t>Outline the disclosure requirements</a:t>
            </a:r>
          </a:p>
        </p:txBody>
      </p:sp>
    </p:spTree>
    <p:extLst>
      <p:ext uri="{BB962C8B-B14F-4D97-AF65-F5344CB8AC3E}">
        <p14:creationId xmlns:p14="http://schemas.microsoft.com/office/powerpoint/2010/main" val="3887861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b="1"/>
              <a:t>IAS 27 – SEPARATE FINANCIAL STATEMENTS</a:t>
            </a:r>
          </a:p>
        </p:txBody>
      </p:sp>
      <p:sp>
        <p:nvSpPr>
          <p:cNvPr id="3" name="Date Placeholder 2"/>
          <p:cNvSpPr>
            <a:spLocks noGrp="1"/>
          </p:cNvSpPr>
          <p:nvPr>
            <p:ph type="dt" sz="half" idx="10"/>
          </p:nvPr>
        </p:nvSpPr>
        <p:spPr/>
        <p:txBody>
          <a:bodyPr/>
          <a:lstStyle/>
          <a:p>
            <a:fld id="{6509CCC8-3B95-46E4-87DD-236636DE9FD3}" type="datetime1">
              <a:rPr lang="en-US" smtClean="0"/>
              <a:t>1/24/2026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Content Placeholder 4"/>
          <p:cNvSpPr>
            <a:spLocks noGrp="1"/>
          </p:cNvSpPr>
          <p:nvPr>
            <p:ph sz="quarter" idx="1"/>
          </p:nvPr>
        </p:nvSpPr>
        <p:spPr>
          <a:xfrm>
            <a:off x="228600" y="838200"/>
            <a:ext cx="8769096" cy="5486400"/>
          </a:xfrm>
        </p:spPr>
        <p:txBody>
          <a:bodyPr>
            <a:normAutofit lnSpcReduction="10000"/>
          </a:bodyPr>
          <a:lstStyle/>
          <a:p>
            <a:r>
              <a:rPr lang="en-US" sz="3700" dirty="0">
                <a:latin typeface="Arial Narrow" pitchFamily="34" charset="0"/>
              </a:rPr>
              <a:t>Objective: Outlines accounting and disclosure requirements for SFS</a:t>
            </a:r>
          </a:p>
          <a:p>
            <a:pPr marL="0" indent="0">
              <a:buNone/>
            </a:pPr>
            <a:endParaRPr lang="en-US" sz="3700" dirty="0">
              <a:latin typeface="Arial Narrow" pitchFamily="34" charset="0"/>
            </a:endParaRPr>
          </a:p>
          <a:p>
            <a:r>
              <a:rPr lang="en-US" sz="3700" dirty="0">
                <a:latin typeface="Arial Narrow" pitchFamily="34" charset="0"/>
              </a:rPr>
              <a:t>Scope: Applied by entities that elect (or are mandated by local regulations) to issue separate financial statements</a:t>
            </a:r>
          </a:p>
          <a:p>
            <a:pPr marL="0" indent="0">
              <a:buNone/>
            </a:pPr>
            <a:endParaRPr lang="en-US" sz="3700" dirty="0">
              <a:latin typeface="Arial Narrow" pitchFamily="34" charset="0"/>
            </a:endParaRPr>
          </a:p>
          <a:p>
            <a:r>
              <a:rPr lang="en-US" sz="3700" dirty="0">
                <a:latin typeface="Arial Narrow" pitchFamily="34" charset="0"/>
              </a:rPr>
              <a:t>Used by a parent/investor to account for its investments in subsidiaries, associates and joint ventures in its separate financial statements.</a:t>
            </a:r>
          </a:p>
          <a:p>
            <a:endParaRPr lang="en-US" dirty="0"/>
          </a:p>
        </p:txBody>
      </p:sp>
      <p:sp>
        <p:nvSpPr>
          <p:cNvPr id="6" name="Slide Number Placeholder 5"/>
          <p:cNvSpPr>
            <a:spLocks noGrp="1"/>
          </p:cNvSpPr>
          <p:nvPr>
            <p:ph type="sldNum" sz="quarter" idx="12"/>
          </p:nvPr>
        </p:nvSpPr>
        <p:spPr/>
        <p:txBody>
          <a:bodyPr/>
          <a:lstStyle/>
          <a:p>
            <a:fld id="{589DF8A6-85FE-4AF5-BEA1-6B187FEF4D6A}"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DBB6-2E5F-E75A-4F97-70002722D1E1}"/>
              </a:ext>
            </a:extLst>
          </p:cNvPr>
          <p:cNvSpPr>
            <a:spLocks noGrp="1"/>
          </p:cNvSpPr>
          <p:nvPr>
            <p:ph type="title"/>
          </p:nvPr>
        </p:nvSpPr>
        <p:spPr/>
        <p:txBody>
          <a:bodyPr/>
          <a:lstStyle/>
          <a:p>
            <a:r>
              <a:rPr lang="en-US" b="1" dirty="0"/>
              <a:t>Key Definitions</a:t>
            </a:r>
            <a:endParaRPr lang="en-GB" b="1" dirty="0"/>
          </a:p>
        </p:txBody>
      </p:sp>
      <p:sp>
        <p:nvSpPr>
          <p:cNvPr id="3" name="Date Placeholder 2">
            <a:extLst>
              <a:ext uri="{FF2B5EF4-FFF2-40B4-BE49-F238E27FC236}">
                <a16:creationId xmlns:a16="http://schemas.microsoft.com/office/drawing/2014/main" id="{07AFB53D-6366-D597-9112-BC3974CA6BED}"/>
              </a:ext>
            </a:extLst>
          </p:cNvPr>
          <p:cNvSpPr>
            <a:spLocks noGrp="1"/>
          </p:cNvSpPr>
          <p:nvPr>
            <p:ph type="dt" sz="half" idx="10"/>
          </p:nvPr>
        </p:nvSpPr>
        <p:spPr/>
        <p:txBody>
          <a:bodyPr/>
          <a:lstStyle/>
          <a:p>
            <a:fld id="{6BBABF21-35CA-424A-9A2A-05778BF453C6}" type="datetime1">
              <a:rPr lang="en-US" smtClean="0"/>
              <a:t>1/24/2026</a:t>
            </a:fld>
            <a:endParaRPr lang="en-US"/>
          </a:p>
        </p:txBody>
      </p:sp>
      <p:sp>
        <p:nvSpPr>
          <p:cNvPr id="4" name="Footer Placeholder 3">
            <a:extLst>
              <a:ext uri="{FF2B5EF4-FFF2-40B4-BE49-F238E27FC236}">
                <a16:creationId xmlns:a16="http://schemas.microsoft.com/office/drawing/2014/main" id="{43F0EFBC-CF45-07BE-6D3F-142B935CA946}"/>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DC30B448-1EDD-3D4E-EFBB-B898DD304690}"/>
              </a:ext>
            </a:extLst>
          </p:cNvPr>
          <p:cNvSpPr>
            <a:spLocks noGrp="1"/>
          </p:cNvSpPr>
          <p:nvPr>
            <p:ph type="sldNum" sz="quarter" idx="12"/>
          </p:nvPr>
        </p:nvSpPr>
        <p:spPr/>
        <p:txBody>
          <a:bodyPr/>
          <a:lstStyle/>
          <a:p>
            <a:fld id="{589DF8A6-85FE-4AF5-BEA1-6B187FEF4D6A}" type="slidenum">
              <a:rPr lang="en-US" smtClean="0"/>
              <a:pPr/>
              <a:t>5</a:t>
            </a:fld>
            <a:endParaRPr lang="en-US"/>
          </a:p>
        </p:txBody>
      </p:sp>
      <p:sp>
        <p:nvSpPr>
          <p:cNvPr id="6" name="Content Placeholder 5">
            <a:extLst>
              <a:ext uri="{FF2B5EF4-FFF2-40B4-BE49-F238E27FC236}">
                <a16:creationId xmlns:a16="http://schemas.microsoft.com/office/drawing/2014/main" id="{B28C71EF-0A28-077C-44B3-67DE2444BA7A}"/>
              </a:ext>
            </a:extLst>
          </p:cNvPr>
          <p:cNvSpPr>
            <a:spLocks noGrp="1"/>
          </p:cNvSpPr>
          <p:nvPr>
            <p:ph sz="quarter" idx="1"/>
          </p:nvPr>
        </p:nvSpPr>
        <p:spPr>
          <a:xfrm>
            <a:off x="146304" y="1447800"/>
            <a:ext cx="8540496" cy="4572000"/>
          </a:xfrm>
        </p:spPr>
        <p:txBody>
          <a:bodyPr>
            <a:normAutofit lnSpcReduction="10000"/>
          </a:bodyPr>
          <a:lstStyle/>
          <a:p>
            <a:pPr algn="just"/>
            <a:r>
              <a:rPr lang="en-US" b="1" dirty="0"/>
              <a:t>Consolidated financial statements</a:t>
            </a:r>
            <a:r>
              <a:rPr lang="en-US" dirty="0"/>
              <a:t>-financial statements of a group in which the assets, liabilities, equity, income, expenses and cash flows of the parent and its subsidiaries are presented as those of a single economic entity. </a:t>
            </a:r>
          </a:p>
          <a:p>
            <a:pPr marL="0" indent="0" algn="just">
              <a:buNone/>
            </a:pPr>
            <a:endParaRPr lang="en-US" dirty="0"/>
          </a:p>
          <a:p>
            <a:pPr algn="just"/>
            <a:r>
              <a:rPr lang="en-US" b="1" dirty="0"/>
              <a:t>Separate financial statements-</a:t>
            </a:r>
            <a:r>
              <a:rPr lang="en-US" dirty="0"/>
              <a:t>those presented by an entity in which the entity could elect, subject to the requirements in this Standard, to account for its investments in subsidiaries, joint ventures and associates either at cost, in accordance with IFRS 9 Financial Instruments, or using the equity method as described in IAS 28 Investments in Associates and Joint Ventures. </a:t>
            </a:r>
            <a:endParaRPr lang="en-GB" dirty="0"/>
          </a:p>
        </p:txBody>
      </p:sp>
    </p:spTree>
    <p:extLst>
      <p:ext uri="{BB962C8B-B14F-4D97-AF65-F5344CB8AC3E}">
        <p14:creationId xmlns:p14="http://schemas.microsoft.com/office/powerpoint/2010/main" val="2431538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18" y="76200"/>
            <a:ext cx="8551382" cy="781050"/>
          </a:xfrm>
        </p:spPr>
        <p:txBody>
          <a:bodyPr>
            <a:noAutofit/>
          </a:bodyPr>
          <a:lstStyle/>
          <a:p>
            <a:r>
              <a:rPr lang="en-US" sz="2800" b="1" dirty="0">
                <a:latin typeface="Arial Black" panose="020B0A04020102020204" pitchFamily="34" charset="0"/>
              </a:rPr>
              <a:t>IAS 27- Provisions</a:t>
            </a:r>
          </a:p>
        </p:txBody>
      </p:sp>
      <p:sp>
        <p:nvSpPr>
          <p:cNvPr id="3" name="Date Placeholder 2"/>
          <p:cNvSpPr>
            <a:spLocks noGrp="1"/>
          </p:cNvSpPr>
          <p:nvPr>
            <p:ph type="dt" sz="half" idx="10"/>
          </p:nvPr>
        </p:nvSpPr>
        <p:spPr/>
        <p:txBody>
          <a:bodyPr/>
          <a:lstStyle/>
          <a:p>
            <a:fld id="{EA6C9EDD-4C5C-482B-8A31-8022437E21B4}" type="datetime1">
              <a:rPr lang="en-US" smtClean="0"/>
              <a:t>1/24/2026</a:t>
            </a:fld>
            <a:endParaRPr lang="en-US"/>
          </a:p>
        </p:txBody>
      </p:sp>
      <p:sp>
        <p:nvSpPr>
          <p:cNvPr id="4" name="Footer Placeholder 3"/>
          <p:cNvSpPr>
            <a:spLocks noGrp="1"/>
          </p:cNvSpPr>
          <p:nvPr>
            <p:ph type="ftr" sz="quarter" idx="11"/>
          </p:nvPr>
        </p:nvSpPr>
        <p:spPr/>
        <p:txBody>
          <a:bodyPr/>
          <a:lstStyle/>
          <a:p>
            <a:r>
              <a:rPr lang="en-US"/>
              <a:t>Dr. ANIPA</a:t>
            </a:r>
          </a:p>
        </p:txBody>
      </p:sp>
      <p:sp>
        <p:nvSpPr>
          <p:cNvPr id="5" name="Content Placeholder 4"/>
          <p:cNvSpPr>
            <a:spLocks noGrp="1"/>
          </p:cNvSpPr>
          <p:nvPr>
            <p:ph sz="quarter" idx="1"/>
          </p:nvPr>
        </p:nvSpPr>
        <p:spPr>
          <a:xfrm>
            <a:off x="146304" y="857250"/>
            <a:ext cx="9073896" cy="5810250"/>
          </a:xfrm>
        </p:spPr>
        <p:txBody>
          <a:bodyPr>
            <a:noAutofit/>
          </a:bodyPr>
          <a:lstStyle/>
          <a:p>
            <a:r>
              <a:rPr lang="en-US" sz="3200" dirty="0">
                <a:latin typeface="Arial Narrow" pitchFamily="34" charset="0"/>
              </a:rPr>
              <a:t>Investments are accounted for at</a:t>
            </a:r>
          </a:p>
          <a:p>
            <a:pPr lvl="1"/>
            <a:r>
              <a:rPr lang="en-US" sz="3200" dirty="0">
                <a:latin typeface="Arial Narrow" pitchFamily="34" charset="0"/>
              </a:rPr>
              <a:t>Cost</a:t>
            </a:r>
          </a:p>
          <a:p>
            <a:pPr lvl="1"/>
            <a:r>
              <a:rPr lang="en-US" sz="3200" dirty="0">
                <a:latin typeface="Arial Narrow" pitchFamily="34" charset="0"/>
              </a:rPr>
              <a:t>At fair value per IFRS 9</a:t>
            </a:r>
          </a:p>
          <a:p>
            <a:pPr lvl="1"/>
            <a:r>
              <a:rPr lang="en-US" sz="3200" dirty="0">
                <a:latin typeface="Arial Narrow" pitchFamily="34" charset="0"/>
              </a:rPr>
              <a:t> using equity method per IAS 28</a:t>
            </a:r>
          </a:p>
          <a:p>
            <a:r>
              <a:rPr lang="en-US" sz="3200" dirty="0">
                <a:latin typeface="Arial Narrow" pitchFamily="34" charset="0"/>
              </a:rPr>
              <a:t>Investments previously measured at cost or using equity method per IAS 28; and classified as held for sale /distribution are accounted for according to IFRS 5.</a:t>
            </a:r>
          </a:p>
          <a:p>
            <a:pPr marL="0" indent="0">
              <a:buNone/>
            </a:pPr>
            <a:endParaRPr lang="en-US" sz="3200" dirty="0">
              <a:latin typeface="Arial Narrow" pitchFamily="34" charset="0"/>
            </a:endParaRPr>
          </a:p>
          <a:p>
            <a:r>
              <a:rPr lang="en-US" sz="3200" dirty="0">
                <a:latin typeface="Arial Narrow" pitchFamily="34" charset="0"/>
              </a:rPr>
              <a:t>Dividends received from Subsidiaries, Joint ventures and Associates are recognised when right to receive is established .</a:t>
            </a:r>
          </a:p>
          <a:p>
            <a:endParaRPr lang="en-US" sz="3200" dirty="0">
              <a:latin typeface="Arial Narrow" pitchFamily="34" charset="0"/>
            </a:endParaRPr>
          </a:p>
          <a:p>
            <a:endParaRPr lang="en-US" sz="3200" dirty="0">
              <a:latin typeface="Arial Narrow" pitchFamily="34" charset="0"/>
            </a:endParaRPr>
          </a:p>
          <a:p>
            <a:endParaRPr lang="en-US" sz="3200" dirty="0">
              <a:latin typeface="Arial Narrow" pitchFamily="34" charset="0"/>
            </a:endParaRPr>
          </a:p>
        </p:txBody>
      </p:sp>
      <p:sp>
        <p:nvSpPr>
          <p:cNvPr id="6" name="Slide Number Placeholder 5"/>
          <p:cNvSpPr>
            <a:spLocks noGrp="1"/>
          </p:cNvSpPr>
          <p:nvPr>
            <p:ph type="sldNum" sz="quarter" idx="12"/>
          </p:nvPr>
        </p:nvSpPr>
        <p:spPr/>
        <p:txBody>
          <a:bodyPr/>
          <a:lstStyle/>
          <a:p>
            <a:fld id="{589DF8A6-85FE-4AF5-BEA1-6B187FEF4D6A}"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C81FA-400E-599F-F06F-D6BE96921629}"/>
              </a:ext>
            </a:extLst>
          </p:cNvPr>
          <p:cNvSpPr>
            <a:spLocks noGrp="1"/>
          </p:cNvSpPr>
          <p:nvPr>
            <p:ph type="title"/>
          </p:nvPr>
        </p:nvSpPr>
        <p:spPr>
          <a:xfrm>
            <a:off x="304800" y="190501"/>
            <a:ext cx="7772400" cy="800100"/>
          </a:xfrm>
        </p:spPr>
        <p:txBody>
          <a:bodyPr>
            <a:normAutofit/>
          </a:bodyPr>
          <a:lstStyle/>
          <a:p>
            <a:r>
              <a:rPr lang="en-US" b="1" dirty="0"/>
              <a:t>IAS 27 - DISCLOSURES</a:t>
            </a:r>
            <a:endParaRPr lang="en-GB" b="1" dirty="0"/>
          </a:p>
        </p:txBody>
      </p:sp>
      <p:sp>
        <p:nvSpPr>
          <p:cNvPr id="3" name="Date Placeholder 2">
            <a:extLst>
              <a:ext uri="{FF2B5EF4-FFF2-40B4-BE49-F238E27FC236}">
                <a16:creationId xmlns:a16="http://schemas.microsoft.com/office/drawing/2014/main" id="{C73A03C5-9548-0129-F8AA-89D3F7EC804D}"/>
              </a:ext>
            </a:extLst>
          </p:cNvPr>
          <p:cNvSpPr>
            <a:spLocks noGrp="1"/>
          </p:cNvSpPr>
          <p:nvPr>
            <p:ph type="dt" sz="half" idx="10"/>
          </p:nvPr>
        </p:nvSpPr>
        <p:spPr/>
        <p:txBody>
          <a:bodyPr/>
          <a:lstStyle/>
          <a:p>
            <a:fld id="{6BBABF21-35CA-424A-9A2A-05778BF453C6}" type="datetime1">
              <a:rPr lang="en-US" smtClean="0"/>
              <a:t>1/24/2026</a:t>
            </a:fld>
            <a:endParaRPr lang="en-US"/>
          </a:p>
        </p:txBody>
      </p:sp>
      <p:sp>
        <p:nvSpPr>
          <p:cNvPr id="4" name="Footer Placeholder 3">
            <a:extLst>
              <a:ext uri="{FF2B5EF4-FFF2-40B4-BE49-F238E27FC236}">
                <a16:creationId xmlns:a16="http://schemas.microsoft.com/office/drawing/2014/main" id="{FDAF6164-5CB3-33A4-BCBA-F930749C8463}"/>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4591C977-542E-8541-9635-8C02ADE99558}"/>
              </a:ext>
            </a:extLst>
          </p:cNvPr>
          <p:cNvSpPr>
            <a:spLocks noGrp="1"/>
          </p:cNvSpPr>
          <p:nvPr>
            <p:ph type="sldNum" sz="quarter" idx="12"/>
          </p:nvPr>
        </p:nvSpPr>
        <p:spPr/>
        <p:txBody>
          <a:bodyPr/>
          <a:lstStyle/>
          <a:p>
            <a:fld id="{589DF8A6-85FE-4AF5-BEA1-6B187FEF4D6A}" type="slidenum">
              <a:rPr lang="en-US" smtClean="0"/>
              <a:pPr/>
              <a:t>7</a:t>
            </a:fld>
            <a:endParaRPr lang="en-US"/>
          </a:p>
        </p:txBody>
      </p:sp>
      <p:sp>
        <p:nvSpPr>
          <p:cNvPr id="6" name="Content Placeholder 5">
            <a:extLst>
              <a:ext uri="{FF2B5EF4-FFF2-40B4-BE49-F238E27FC236}">
                <a16:creationId xmlns:a16="http://schemas.microsoft.com/office/drawing/2014/main" id="{022078EE-23A1-B1E3-9EDA-291CB9F6F2CD}"/>
              </a:ext>
            </a:extLst>
          </p:cNvPr>
          <p:cNvSpPr>
            <a:spLocks noGrp="1"/>
          </p:cNvSpPr>
          <p:nvPr>
            <p:ph sz="quarter" idx="1"/>
          </p:nvPr>
        </p:nvSpPr>
        <p:spPr>
          <a:xfrm>
            <a:off x="266700" y="1228725"/>
            <a:ext cx="8629650" cy="4876800"/>
          </a:xfrm>
        </p:spPr>
        <p:txBody>
          <a:bodyPr>
            <a:normAutofit lnSpcReduction="10000"/>
          </a:bodyPr>
          <a:lstStyle/>
          <a:p>
            <a:pPr marL="0" indent="0">
              <a:buNone/>
            </a:pPr>
            <a:r>
              <a:rPr lang="en-US" dirty="0"/>
              <a:t>When a parent qualifies and elects not to prepare consolidated financial statements (IFRS 10 paragraph 4(a)) and instead prepares separate financial statements, it is required to disclose: · </a:t>
            </a:r>
          </a:p>
          <a:p>
            <a:endParaRPr lang="en-US" dirty="0"/>
          </a:p>
          <a:p>
            <a:r>
              <a:rPr lang="en-US" dirty="0"/>
              <a:t>That the financial statements are separate financial statements</a:t>
            </a:r>
          </a:p>
          <a:p>
            <a:r>
              <a:rPr lang="en-US" dirty="0"/>
              <a:t> That the paragraph 4(a) exemption has been used</a:t>
            </a:r>
          </a:p>
          <a:p>
            <a:r>
              <a:rPr lang="en-US" dirty="0"/>
              <a:t> The name, principal place of business, address, and country of incorporation, of the entity whose IFRS compliant consolidated financial statements are publicly available</a:t>
            </a:r>
          </a:p>
          <a:p>
            <a:pPr marL="0" indent="0">
              <a:buNone/>
            </a:pPr>
            <a:endParaRPr lang="en-US" dirty="0"/>
          </a:p>
          <a:p>
            <a:r>
              <a:rPr lang="en-US" b="1" i="1" dirty="0"/>
              <a:t>Refer to the standards for additional  disclosure requirements</a:t>
            </a:r>
          </a:p>
        </p:txBody>
      </p:sp>
    </p:spTree>
    <p:extLst>
      <p:ext uri="{BB962C8B-B14F-4D97-AF65-F5344CB8AC3E}">
        <p14:creationId xmlns:p14="http://schemas.microsoft.com/office/powerpoint/2010/main" val="2303128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E57AC-D84D-8065-3FFD-D1DDCBBA34CA}"/>
              </a:ext>
            </a:extLst>
          </p:cNvPr>
          <p:cNvSpPr>
            <a:spLocks noGrp="1"/>
          </p:cNvSpPr>
          <p:nvPr>
            <p:ph type="title"/>
          </p:nvPr>
        </p:nvSpPr>
        <p:spPr>
          <a:xfrm>
            <a:off x="219075" y="274638"/>
            <a:ext cx="8467725" cy="696912"/>
          </a:xfrm>
        </p:spPr>
        <p:txBody>
          <a:bodyPr>
            <a:normAutofit fontScale="90000"/>
          </a:bodyPr>
          <a:lstStyle/>
          <a:p>
            <a:r>
              <a:rPr lang="en-US" dirty="0"/>
              <a:t>IAS 27 - Disclosures</a:t>
            </a:r>
            <a:endParaRPr lang="en-GB" dirty="0"/>
          </a:p>
        </p:txBody>
      </p:sp>
      <p:sp>
        <p:nvSpPr>
          <p:cNvPr id="3" name="Date Placeholder 2">
            <a:extLst>
              <a:ext uri="{FF2B5EF4-FFF2-40B4-BE49-F238E27FC236}">
                <a16:creationId xmlns:a16="http://schemas.microsoft.com/office/drawing/2014/main" id="{AD11A979-9874-D176-6982-2E929B41BC33}"/>
              </a:ext>
            </a:extLst>
          </p:cNvPr>
          <p:cNvSpPr>
            <a:spLocks noGrp="1"/>
          </p:cNvSpPr>
          <p:nvPr>
            <p:ph type="dt" sz="half" idx="10"/>
          </p:nvPr>
        </p:nvSpPr>
        <p:spPr/>
        <p:txBody>
          <a:bodyPr/>
          <a:lstStyle/>
          <a:p>
            <a:fld id="{6BBABF21-35CA-424A-9A2A-05778BF453C6}" type="datetime1">
              <a:rPr lang="en-US" smtClean="0"/>
              <a:t>1/24/2026</a:t>
            </a:fld>
            <a:endParaRPr lang="en-US"/>
          </a:p>
        </p:txBody>
      </p:sp>
      <p:sp>
        <p:nvSpPr>
          <p:cNvPr id="4" name="Footer Placeholder 3">
            <a:extLst>
              <a:ext uri="{FF2B5EF4-FFF2-40B4-BE49-F238E27FC236}">
                <a16:creationId xmlns:a16="http://schemas.microsoft.com/office/drawing/2014/main" id="{B4C16AA5-1B5A-DF0E-EBF8-968AE87C3FB6}"/>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27559211-95D3-D3DB-64D9-AE70FEA74653}"/>
              </a:ext>
            </a:extLst>
          </p:cNvPr>
          <p:cNvSpPr>
            <a:spLocks noGrp="1"/>
          </p:cNvSpPr>
          <p:nvPr>
            <p:ph type="sldNum" sz="quarter" idx="12"/>
          </p:nvPr>
        </p:nvSpPr>
        <p:spPr/>
        <p:txBody>
          <a:bodyPr/>
          <a:lstStyle/>
          <a:p>
            <a:fld id="{589DF8A6-85FE-4AF5-BEA1-6B187FEF4D6A}" type="slidenum">
              <a:rPr lang="en-US" smtClean="0"/>
              <a:pPr/>
              <a:t>8</a:t>
            </a:fld>
            <a:endParaRPr lang="en-US"/>
          </a:p>
        </p:txBody>
      </p:sp>
      <p:sp>
        <p:nvSpPr>
          <p:cNvPr id="6" name="Content Placeholder 5">
            <a:extLst>
              <a:ext uri="{FF2B5EF4-FFF2-40B4-BE49-F238E27FC236}">
                <a16:creationId xmlns:a16="http://schemas.microsoft.com/office/drawing/2014/main" id="{63D770A9-15FC-8925-36A5-6D17272CB24A}"/>
              </a:ext>
            </a:extLst>
          </p:cNvPr>
          <p:cNvSpPr>
            <a:spLocks noGrp="1"/>
          </p:cNvSpPr>
          <p:nvPr>
            <p:ph sz="quarter" idx="1"/>
          </p:nvPr>
        </p:nvSpPr>
        <p:spPr>
          <a:xfrm>
            <a:off x="400050" y="1495424"/>
            <a:ext cx="8286750" cy="4524375"/>
          </a:xfrm>
        </p:spPr>
        <p:txBody>
          <a:bodyPr>
            <a:normAutofit lnSpcReduction="10000"/>
          </a:bodyPr>
          <a:lstStyle/>
          <a:p>
            <a:r>
              <a:rPr lang="en-US" dirty="0"/>
              <a:t>A list of significant investments in subsidiaries, joint ventures and associates, including:</a:t>
            </a:r>
          </a:p>
          <a:p>
            <a:pPr lvl="1"/>
            <a:r>
              <a:rPr lang="en-US" dirty="0"/>
              <a:t>The name of those investees</a:t>
            </a:r>
          </a:p>
          <a:p>
            <a:pPr lvl="1"/>
            <a:r>
              <a:rPr lang="en-US" dirty="0"/>
              <a:t>The investees principal place of business and country of incorporation</a:t>
            </a:r>
          </a:p>
          <a:p>
            <a:pPr lvl="1"/>
            <a:r>
              <a:rPr lang="en-US" dirty="0"/>
              <a:t>The proportion of the ownership interest and its proportion of the voting rights held in those investees. · </a:t>
            </a:r>
          </a:p>
          <a:p>
            <a:r>
              <a:rPr lang="en-US" dirty="0"/>
              <a:t>A description of the method used to account for the investments listed under the previous bullet point.</a:t>
            </a:r>
            <a:endParaRPr lang="en-GB" dirty="0"/>
          </a:p>
          <a:p>
            <a:pPr marL="0" indent="0">
              <a:buNone/>
            </a:pPr>
            <a:endParaRPr lang="en-GB" dirty="0"/>
          </a:p>
          <a:p>
            <a:pPr marL="0" indent="0">
              <a:buNone/>
            </a:pPr>
            <a:r>
              <a:rPr lang="en-GB" b="1" i="1" dirty="0"/>
              <a:t>Refer to the standard for additional disclosure requirements</a:t>
            </a:r>
          </a:p>
        </p:txBody>
      </p:sp>
    </p:spTree>
    <p:extLst>
      <p:ext uri="{BB962C8B-B14F-4D97-AF65-F5344CB8AC3E}">
        <p14:creationId xmlns:p14="http://schemas.microsoft.com/office/powerpoint/2010/main" val="1704290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C99B5-3E5B-7F71-D410-A4130670FAEC}"/>
              </a:ext>
            </a:extLst>
          </p:cNvPr>
          <p:cNvSpPr>
            <a:spLocks noGrp="1"/>
          </p:cNvSpPr>
          <p:nvPr>
            <p:ph type="title"/>
          </p:nvPr>
        </p:nvSpPr>
        <p:spPr/>
        <p:txBody>
          <a:bodyPr/>
          <a:lstStyle/>
          <a:p>
            <a:r>
              <a:rPr lang="en-US" b="1" dirty="0">
                <a:highlight>
                  <a:srgbClr val="FFFF00"/>
                </a:highlight>
              </a:rPr>
              <a:t>Reflective Questions</a:t>
            </a:r>
            <a:endParaRPr lang="en-GB" b="1" dirty="0">
              <a:highlight>
                <a:srgbClr val="FFFF00"/>
              </a:highlight>
            </a:endParaRPr>
          </a:p>
        </p:txBody>
      </p:sp>
      <p:sp>
        <p:nvSpPr>
          <p:cNvPr id="3" name="Date Placeholder 2">
            <a:extLst>
              <a:ext uri="{FF2B5EF4-FFF2-40B4-BE49-F238E27FC236}">
                <a16:creationId xmlns:a16="http://schemas.microsoft.com/office/drawing/2014/main" id="{3517777F-EA99-60ED-04BB-77E3E9415BB9}"/>
              </a:ext>
            </a:extLst>
          </p:cNvPr>
          <p:cNvSpPr>
            <a:spLocks noGrp="1"/>
          </p:cNvSpPr>
          <p:nvPr>
            <p:ph type="dt" sz="half" idx="10"/>
          </p:nvPr>
        </p:nvSpPr>
        <p:spPr/>
        <p:txBody>
          <a:bodyPr/>
          <a:lstStyle/>
          <a:p>
            <a:fld id="{6BBABF21-35CA-424A-9A2A-05778BF453C6}" type="datetime1">
              <a:rPr lang="en-US" smtClean="0"/>
              <a:t>1/24/2026</a:t>
            </a:fld>
            <a:endParaRPr lang="en-US"/>
          </a:p>
        </p:txBody>
      </p:sp>
      <p:sp>
        <p:nvSpPr>
          <p:cNvPr id="4" name="Footer Placeholder 3">
            <a:extLst>
              <a:ext uri="{FF2B5EF4-FFF2-40B4-BE49-F238E27FC236}">
                <a16:creationId xmlns:a16="http://schemas.microsoft.com/office/drawing/2014/main" id="{EBF14FCD-9EDB-67C0-19F1-BA06AE014142}"/>
              </a:ext>
            </a:extLst>
          </p:cNvPr>
          <p:cNvSpPr>
            <a:spLocks noGrp="1"/>
          </p:cNvSpPr>
          <p:nvPr>
            <p:ph type="ftr" sz="quarter" idx="11"/>
          </p:nvPr>
        </p:nvSpPr>
        <p:spPr/>
        <p:txBody>
          <a:bodyPr/>
          <a:lstStyle/>
          <a:p>
            <a:r>
              <a:rPr lang="en-US"/>
              <a:t>Dr. ANIPA</a:t>
            </a:r>
          </a:p>
        </p:txBody>
      </p:sp>
      <p:sp>
        <p:nvSpPr>
          <p:cNvPr id="5" name="Slide Number Placeholder 4">
            <a:extLst>
              <a:ext uri="{FF2B5EF4-FFF2-40B4-BE49-F238E27FC236}">
                <a16:creationId xmlns:a16="http://schemas.microsoft.com/office/drawing/2014/main" id="{800243AC-47FD-0C46-89AD-3821450B6D0C}"/>
              </a:ext>
            </a:extLst>
          </p:cNvPr>
          <p:cNvSpPr>
            <a:spLocks noGrp="1"/>
          </p:cNvSpPr>
          <p:nvPr>
            <p:ph type="sldNum" sz="quarter" idx="12"/>
          </p:nvPr>
        </p:nvSpPr>
        <p:spPr/>
        <p:txBody>
          <a:bodyPr/>
          <a:lstStyle/>
          <a:p>
            <a:fld id="{589DF8A6-85FE-4AF5-BEA1-6B187FEF4D6A}" type="slidenum">
              <a:rPr lang="en-US" smtClean="0"/>
              <a:pPr/>
              <a:t>9</a:t>
            </a:fld>
            <a:endParaRPr lang="en-US"/>
          </a:p>
        </p:txBody>
      </p:sp>
      <p:sp>
        <p:nvSpPr>
          <p:cNvPr id="6" name="Content Placeholder 5">
            <a:extLst>
              <a:ext uri="{FF2B5EF4-FFF2-40B4-BE49-F238E27FC236}">
                <a16:creationId xmlns:a16="http://schemas.microsoft.com/office/drawing/2014/main" id="{6E972C84-0DD9-DAA8-68E6-1AF06CF3708E}"/>
              </a:ext>
            </a:extLst>
          </p:cNvPr>
          <p:cNvSpPr>
            <a:spLocks noGrp="1"/>
          </p:cNvSpPr>
          <p:nvPr>
            <p:ph sz="quarter" idx="1"/>
          </p:nvPr>
        </p:nvSpPr>
        <p:spPr/>
        <p:txBody>
          <a:bodyPr/>
          <a:lstStyle/>
          <a:p>
            <a:r>
              <a:rPr lang="en-US" dirty="0"/>
              <a:t>Now refer to the reflective questions on slide 3 and answer </a:t>
            </a:r>
          </a:p>
          <a:p>
            <a:pPr marL="0" indent="0">
              <a:buNone/>
            </a:pPr>
            <a:r>
              <a:rPr lang="en-US" dirty="0"/>
              <a:t>them </a:t>
            </a:r>
            <a:endParaRPr lang="en-GB" dirty="0"/>
          </a:p>
        </p:txBody>
      </p:sp>
    </p:spTree>
    <p:extLst>
      <p:ext uri="{BB962C8B-B14F-4D97-AF65-F5344CB8AC3E}">
        <p14:creationId xmlns:p14="http://schemas.microsoft.com/office/powerpoint/2010/main" val="32220999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3363</TotalTime>
  <Words>558</Words>
  <Application>Microsoft Office PowerPoint</Application>
  <PresentationFormat>On-screen Show (4:3)</PresentationFormat>
  <Paragraphs>82</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 Black</vt:lpstr>
      <vt:lpstr>Arial Narrow</vt:lpstr>
      <vt:lpstr>Calibri</vt:lpstr>
      <vt:lpstr>Franklin Gothic Book</vt:lpstr>
      <vt:lpstr>Perpetua</vt:lpstr>
      <vt:lpstr>Wingdings 2</vt:lpstr>
      <vt:lpstr>Equity</vt:lpstr>
      <vt:lpstr>ADVANCED FINANCIAL REPORTING</vt:lpstr>
      <vt:lpstr>LEARNING OBJECTIVES</vt:lpstr>
      <vt:lpstr>          IAS 27-SEPARATE FINANCIAL STATEMENTS</vt:lpstr>
      <vt:lpstr>IAS 27 – SEPARATE FINANCIAL STATEMENTS</vt:lpstr>
      <vt:lpstr>Key Definitions</vt:lpstr>
      <vt:lpstr>IAS 27- Provisions</vt:lpstr>
      <vt:lpstr>IAS 27 - DISCLOSURES</vt:lpstr>
      <vt:lpstr>IAS 27 - Disclosures</vt:lpstr>
      <vt:lpstr>Reflective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Toshiba</dc:creator>
  <cp:lastModifiedBy>Comfort ANIPA</cp:lastModifiedBy>
  <cp:revision>2</cp:revision>
  <dcterms:created xsi:type="dcterms:W3CDTF">2014-09-06T11:32:07Z</dcterms:created>
  <dcterms:modified xsi:type="dcterms:W3CDTF">2026-01-24T23:51:51Z</dcterms:modified>
</cp:coreProperties>
</file>