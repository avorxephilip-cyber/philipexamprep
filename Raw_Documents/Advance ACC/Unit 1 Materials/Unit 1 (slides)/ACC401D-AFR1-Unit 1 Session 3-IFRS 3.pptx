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7"/>
  </p:notesMasterIdLst>
  <p:sldIdLst>
    <p:sldId id="256" r:id="rId2"/>
    <p:sldId id="304" r:id="rId3"/>
    <p:sldId id="307" r:id="rId4"/>
    <p:sldId id="295" r:id="rId5"/>
    <p:sldId id="308" r:id="rId6"/>
    <p:sldId id="296" r:id="rId7"/>
    <p:sldId id="306" r:id="rId8"/>
    <p:sldId id="310" r:id="rId9"/>
    <p:sldId id="312" r:id="rId10"/>
    <p:sldId id="313" r:id="rId11"/>
    <p:sldId id="314" r:id="rId12"/>
    <p:sldId id="311" r:id="rId13"/>
    <p:sldId id="315" r:id="rId14"/>
    <p:sldId id="309" r:id="rId15"/>
    <p:sldId id="316"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F749A5-798C-4C3C-81EE-8E4E35AC2089}" v="10" dt="2026-01-26T20:46:02.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7" d="100"/>
          <a:sy n="57" d="100"/>
        </p:scale>
        <p:origin x="1468" y="-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mfort ANIPA" userId="c4bd65e3adbd3b1a" providerId="LiveId" clId="{F1A02D38-8ADC-4A75-9B32-68CD144AD12C}"/>
    <pc:docChg chg="undo custSel addSld delSld modSld sldOrd">
      <pc:chgData name="Comfort ANIPA" userId="c4bd65e3adbd3b1a" providerId="LiveId" clId="{F1A02D38-8ADC-4A75-9B32-68CD144AD12C}" dt="2026-01-26T20:47:17.253" v="1949" actId="47"/>
      <pc:docMkLst>
        <pc:docMk/>
      </pc:docMkLst>
      <pc:sldChg chg="modSp mod">
        <pc:chgData name="Comfort ANIPA" userId="c4bd65e3adbd3b1a" providerId="LiveId" clId="{F1A02D38-8ADC-4A75-9B32-68CD144AD12C}" dt="2026-01-25T00:15:38.251" v="51" actId="113"/>
        <pc:sldMkLst>
          <pc:docMk/>
          <pc:sldMk cId="0" sldId="256"/>
        </pc:sldMkLst>
        <pc:spChg chg="mod">
          <ac:chgData name="Comfort ANIPA" userId="c4bd65e3adbd3b1a" providerId="LiveId" clId="{F1A02D38-8ADC-4A75-9B32-68CD144AD12C}" dt="2026-01-25T00:15:38.251" v="51" actId="113"/>
          <ac:spMkLst>
            <pc:docMk/>
            <pc:sldMk cId="0" sldId="256"/>
            <ac:spMk id="3" creationId="{00000000-0000-0000-0000-000000000000}"/>
          </ac:spMkLst>
        </pc:spChg>
      </pc:sldChg>
      <pc:sldChg chg="del">
        <pc:chgData name="Comfort ANIPA" userId="c4bd65e3adbd3b1a" providerId="LiveId" clId="{F1A02D38-8ADC-4A75-9B32-68CD144AD12C}" dt="2026-01-25T00:16:47.444" v="53" actId="47"/>
        <pc:sldMkLst>
          <pc:docMk/>
          <pc:sldMk cId="0" sldId="257"/>
        </pc:sldMkLst>
      </pc:sldChg>
      <pc:sldChg chg="del">
        <pc:chgData name="Comfort ANIPA" userId="c4bd65e3adbd3b1a" providerId="LiveId" clId="{F1A02D38-8ADC-4A75-9B32-68CD144AD12C}" dt="2026-01-25T00:16:47.444" v="53" actId="47"/>
        <pc:sldMkLst>
          <pc:docMk/>
          <pc:sldMk cId="0" sldId="258"/>
        </pc:sldMkLst>
      </pc:sldChg>
      <pc:sldChg chg="del">
        <pc:chgData name="Comfort ANIPA" userId="c4bd65e3adbd3b1a" providerId="LiveId" clId="{F1A02D38-8ADC-4A75-9B32-68CD144AD12C}" dt="2026-01-25T00:16:47.444" v="53" actId="47"/>
        <pc:sldMkLst>
          <pc:docMk/>
          <pc:sldMk cId="0" sldId="259"/>
        </pc:sldMkLst>
      </pc:sldChg>
      <pc:sldChg chg="del">
        <pc:chgData name="Comfort ANIPA" userId="c4bd65e3adbd3b1a" providerId="LiveId" clId="{F1A02D38-8ADC-4A75-9B32-68CD144AD12C}" dt="2026-01-25T00:16:47.444" v="53" actId="47"/>
        <pc:sldMkLst>
          <pc:docMk/>
          <pc:sldMk cId="0" sldId="260"/>
        </pc:sldMkLst>
      </pc:sldChg>
      <pc:sldChg chg="del">
        <pc:chgData name="Comfort ANIPA" userId="c4bd65e3adbd3b1a" providerId="LiveId" clId="{F1A02D38-8ADC-4A75-9B32-68CD144AD12C}" dt="2026-01-25T00:18:34.344" v="54" actId="47"/>
        <pc:sldMkLst>
          <pc:docMk/>
          <pc:sldMk cId="0" sldId="261"/>
        </pc:sldMkLst>
      </pc:sldChg>
      <pc:sldChg chg="del">
        <pc:chgData name="Comfort ANIPA" userId="c4bd65e3adbd3b1a" providerId="LiveId" clId="{F1A02D38-8ADC-4A75-9B32-68CD144AD12C}" dt="2026-01-25T00:18:34.344" v="54" actId="47"/>
        <pc:sldMkLst>
          <pc:docMk/>
          <pc:sldMk cId="0" sldId="262"/>
        </pc:sldMkLst>
      </pc:sldChg>
      <pc:sldChg chg="del">
        <pc:chgData name="Comfort ANIPA" userId="c4bd65e3adbd3b1a" providerId="LiveId" clId="{F1A02D38-8ADC-4A75-9B32-68CD144AD12C}" dt="2026-01-25T00:18:34.344" v="54" actId="47"/>
        <pc:sldMkLst>
          <pc:docMk/>
          <pc:sldMk cId="0" sldId="263"/>
        </pc:sldMkLst>
      </pc:sldChg>
      <pc:sldChg chg="del">
        <pc:chgData name="Comfort ANIPA" userId="c4bd65e3adbd3b1a" providerId="LiveId" clId="{F1A02D38-8ADC-4A75-9B32-68CD144AD12C}" dt="2026-01-25T00:18:34.344" v="54" actId="47"/>
        <pc:sldMkLst>
          <pc:docMk/>
          <pc:sldMk cId="0" sldId="264"/>
        </pc:sldMkLst>
      </pc:sldChg>
      <pc:sldChg chg="del">
        <pc:chgData name="Comfort ANIPA" userId="c4bd65e3adbd3b1a" providerId="LiveId" clId="{F1A02D38-8ADC-4A75-9B32-68CD144AD12C}" dt="2026-01-25T00:18:34.344" v="54" actId="47"/>
        <pc:sldMkLst>
          <pc:docMk/>
          <pc:sldMk cId="0" sldId="265"/>
        </pc:sldMkLst>
      </pc:sldChg>
      <pc:sldChg chg="del">
        <pc:chgData name="Comfort ANIPA" userId="c4bd65e3adbd3b1a" providerId="LiveId" clId="{F1A02D38-8ADC-4A75-9B32-68CD144AD12C}" dt="2026-01-25T00:16:47.444" v="53" actId="47"/>
        <pc:sldMkLst>
          <pc:docMk/>
          <pc:sldMk cId="0" sldId="274"/>
        </pc:sldMkLst>
      </pc:sldChg>
      <pc:sldChg chg="del">
        <pc:chgData name="Comfort ANIPA" userId="c4bd65e3adbd3b1a" providerId="LiveId" clId="{F1A02D38-8ADC-4A75-9B32-68CD144AD12C}" dt="2026-01-25T00:18:34.344" v="54" actId="47"/>
        <pc:sldMkLst>
          <pc:docMk/>
          <pc:sldMk cId="0" sldId="275"/>
        </pc:sldMkLst>
      </pc:sldChg>
      <pc:sldChg chg="modSp del mod ord">
        <pc:chgData name="Comfort ANIPA" userId="c4bd65e3adbd3b1a" providerId="LiveId" clId="{F1A02D38-8ADC-4A75-9B32-68CD144AD12C}" dt="2026-01-26T20:47:17.253" v="1949" actId="47"/>
        <pc:sldMkLst>
          <pc:docMk/>
          <pc:sldMk cId="0" sldId="276"/>
        </pc:sldMkLst>
        <pc:spChg chg="mod">
          <ac:chgData name="Comfort ANIPA" userId="c4bd65e3adbd3b1a" providerId="LiveId" clId="{F1A02D38-8ADC-4A75-9B32-68CD144AD12C}" dt="2026-01-25T06:21:31.461" v="618" actId="20577"/>
          <ac:spMkLst>
            <pc:docMk/>
            <pc:sldMk cId="0" sldId="276"/>
            <ac:spMk id="3" creationId="{00000000-0000-0000-0000-000000000000}"/>
          </ac:spMkLst>
        </pc:spChg>
      </pc:sldChg>
      <pc:sldChg chg="del">
        <pc:chgData name="Comfort ANIPA" userId="c4bd65e3adbd3b1a" providerId="LiveId" clId="{F1A02D38-8ADC-4A75-9B32-68CD144AD12C}" dt="2026-01-26T20:47:17.253" v="1949" actId="47"/>
        <pc:sldMkLst>
          <pc:docMk/>
          <pc:sldMk cId="0" sldId="277"/>
        </pc:sldMkLst>
      </pc:sldChg>
      <pc:sldChg chg="modSp del mod">
        <pc:chgData name="Comfort ANIPA" userId="c4bd65e3adbd3b1a" providerId="LiveId" clId="{F1A02D38-8ADC-4A75-9B32-68CD144AD12C}" dt="2026-01-26T20:47:17.253" v="1949" actId="47"/>
        <pc:sldMkLst>
          <pc:docMk/>
          <pc:sldMk cId="0" sldId="278"/>
        </pc:sldMkLst>
        <pc:spChg chg="mod">
          <ac:chgData name="Comfort ANIPA" userId="c4bd65e3adbd3b1a" providerId="LiveId" clId="{F1A02D38-8ADC-4A75-9B32-68CD144AD12C}" dt="2026-01-25T06:31:44.431" v="663" actId="20577"/>
          <ac:spMkLst>
            <pc:docMk/>
            <pc:sldMk cId="0" sldId="278"/>
            <ac:spMk id="5" creationId="{00000000-0000-0000-0000-000000000000}"/>
          </ac:spMkLst>
        </pc:spChg>
      </pc:sldChg>
      <pc:sldChg chg="modSp del mod">
        <pc:chgData name="Comfort ANIPA" userId="c4bd65e3adbd3b1a" providerId="LiveId" clId="{F1A02D38-8ADC-4A75-9B32-68CD144AD12C}" dt="2026-01-26T20:47:17.253" v="1949" actId="47"/>
        <pc:sldMkLst>
          <pc:docMk/>
          <pc:sldMk cId="0" sldId="279"/>
        </pc:sldMkLst>
        <pc:spChg chg="mod">
          <ac:chgData name="Comfort ANIPA" userId="c4bd65e3adbd3b1a" providerId="LiveId" clId="{F1A02D38-8ADC-4A75-9B32-68CD144AD12C}" dt="2026-01-25T06:33:19.132" v="682" actId="14100"/>
          <ac:spMkLst>
            <pc:docMk/>
            <pc:sldMk cId="0" sldId="279"/>
            <ac:spMk id="5" creationId="{00000000-0000-0000-0000-000000000000}"/>
          </ac:spMkLst>
        </pc:spChg>
      </pc:sldChg>
      <pc:sldChg chg="del">
        <pc:chgData name="Comfort ANIPA" userId="c4bd65e3adbd3b1a" providerId="LiveId" clId="{F1A02D38-8ADC-4A75-9B32-68CD144AD12C}" dt="2026-01-25T00:18:34.344" v="54" actId="47"/>
        <pc:sldMkLst>
          <pc:docMk/>
          <pc:sldMk cId="0" sldId="280"/>
        </pc:sldMkLst>
      </pc:sldChg>
      <pc:sldChg chg="del">
        <pc:chgData name="Comfort ANIPA" userId="c4bd65e3adbd3b1a" providerId="LiveId" clId="{F1A02D38-8ADC-4A75-9B32-68CD144AD12C}" dt="2026-01-25T00:18:34.344" v="54" actId="47"/>
        <pc:sldMkLst>
          <pc:docMk/>
          <pc:sldMk cId="0" sldId="281"/>
        </pc:sldMkLst>
      </pc:sldChg>
      <pc:sldChg chg="del">
        <pc:chgData name="Comfort ANIPA" userId="c4bd65e3adbd3b1a" providerId="LiveId" clId="{F1A02D38-8ADC-4A75-9B32-68CD144AD12C}" dt="2026-01-25T00:18:34.344" v="54" actId="47"/>
        <pc:sldMkLst>
          <pc:docMk/>
          <pc:sldMk cId="0" sldId="282"/>
        </pc:sldMkLst>
      </pc:sldChg>
      <pc:sldChg chg="del">
        <pc:chgData name="Comfort ANIPA" userId="c4bd65e3adbd3b1a" providerId="LiveId" clId="{F1A02D38-8ADC-4A75-9B32-68CD144AD12C}" dt="2026-01-25T00:18:34.344" v="54" actId="47"/>
        <pc:sldMkLst>
          <pc:docMk/>
          <pc:sldMk cId="0" sldId="283"/>
        </pc:sldMkLst>
      </pc:sldChg>
      <pc:sldChg chg="del">
        <pc:chgData name="Comfort ANIPA" userId="c4bd65e3adbd3b1a" providerId="LiveId" clId="{F1A02D38-8ADC-4A75-9B32-68CD144AD12C}" dt="2026-01-25T00:18:34.344" v="54" actId="47"/>
        <pc:sldMkLst>
          <pc:docMk/>
          <pc:sldMk cId="0" sldId="284"/>
        </pc:sldMkLst>
      </pc:sldChg>
      <pc:sldChg chg="del">
        <pc:chgData name="Comfort ANIPA" userId="c4bd65e3adbd3b1a" providerId="LiveId" clId="{F1A02D38-8ADC-4A75-9B32-68CD144AD12C}" dt="2026-01-25T00:18:34.344" v="54" actId="47"/>
        <pc:sldMkLst>
          <pc:docMk/>
          <pc:sldMk cId="0" sldId="285"/>
        </pc:sldMkLst>
      </pc:sldChg>
      <pc:sldChg chg="del">
        <pc:chgData name="Comfort ANIPA" userId="c4bd65e3adbd3b1a" providerId="LiveId" clId="{F1A02D38-8ADC-4A75-9B32-68CD144AD12C}" dt="2026-01-25T00:18:34.344" v="54" actId="47"/>
        <pc:sldMkLst>
          <pc:docMk/>
          <pc:sldMk cId="0" sldId="286"/>
        </pc:sldMkLst>
      </pc:sldChg>
      <pc:sldChg chg="del">
        <pc:chgData name="Comfort ANIPA" userId="c4bd65e3adbd3b1a" providerId="LiveId" clId="{F1A02D38-8ADC-4A75-9B32-68CD144AD12C}" dt="2026-01-25T00:18:34.344" v="54" actId="47"/>
        <pc:sldMkLst>
          <pc:docMk/>
          <pc:sldMk cId="0" sldId="287"/>
        </pc:sldMkLst>
      </pc:sldChg>
      <pc:sldChg chg="del">
        <pc:chgData name="Comfort ANIPA" userId="c4bd65e3adbd3b1a" providerId="LiveId" clId="{F1A02D38-8ADC-4A75-9B32-68CD144AD12C}" dt="2026-01-25T00:18:34.344" v="54" actId="47"/>
        <pc:sldMkLst>
          <pc:docMk/>
          <pc:sldMk cId="0" sldId="289"/>
        </pc:sldMkLst>
      </pc:sldChg>
      <pc:sldChg chg="del">
        <pc:chgData name="Comfort ANIPA" userId="c4bd65e3adbd3b1a" providerId="LiveId" clId="{F1A02D38-8ADC-4A75-9B32-68CD144AD12C}" dt="2026-01-25T00:18:34.344" v="54" actId="47"/>
        <pc:sldMkLst>
          <pc:docMk/>
          <pc:sldMk cId="0" sldId="290"/>
        </pc:sldMkLst>
      </pc:sldChg>
      <pc:sldChg chg="del">
        <pc:chgData name="Comfort ANIPA" userId="c4bd65e3adbd3b1a" providerId="LiveId" clId="{F1A02D38-8ADC-4A75-9B32-68CD144AD12C}" dt="2026-01-25T00:18:34.344" v="54" actId="47"/>
        <pc:sldMkLst>
          <pc:docMk/>
          <pc:sldMk cId="0" sldId="291"/>
        </pc:sldMkLst>
      </pc:sldChg>
      <pc:sldChg chg="del">
        <pc:chgData name="Comfort ANIPA" userId="c4bd65e3adbd3b1a" providerId="LiveId" clId="{F1A02D38-8ADC-4A75-9B32-68CD144AD12C}" dt="2026-01-25T00:18:34.344" v="54" actId="47"/>
        <pc:sldMkLst>
          <pc:docMk/>
          <pc:sldMk cId="0" sldId="292"/>
        </pc:sldMkLst>
      </pc:sldChg>
      <pc:sldChg chg="del">
        <pc:chgData name="Comfort ANIPA" userId="c4bd65e3adbd3b1a" providerId="LiveId" clId="{F1A02D38-8ADC-4A75-9B32-68CD144AD12C}" dt="2026-01-25T00:18:34.344" v="54" actId="47"/>
        <pc:sldMkLst>
          <pc:docMk/>
          <pc:sldMk cId="0" sldId="293"/>
        </pc:sldMkLst>
      </pc:sldChg>
      <pc:sldChg chg="del">
        <pc:chgData name="Comfort ANIPA" userId="c4bd65e3adbd3b1a" providerId="LiveId" clId="{F1A02D38-8ADC-4A75-9B32-68CD144AD12C}" dt="2026-01-25T00:19:03.596" v="55" actId="47"/>
        <pc:sldMkLst>
          <pc:docMk/>
          <pc:sldMk cId="0" sldId="294"/>
        </pc:sldMkLst>
      </pc:sldChg>
      <pc:sldChg chg="modSp mod ord">
        <pc:chgData name="Comfort ANIPA" userId="c4bd65e3adbd3b1a" providerId="LiveId" clId="{F1A02D38-8ADC-4A75-9B32-68CD144AD12C}" dt="2026-01-25T06:11:02.681" v="402" actId="114"/>
        <pc:sldMkLst>
          <pc:docMk/>
          <pc:sldMk cId="0" sldId="295"/>
        </pc:sldMkLst>
        <pc:spChg chg="mod">
          <ac:chgData name="Comfort ANIPA" userId="c4bd65e3adbd3b1a" providerId="LiveId" clId="{F1A02D38-8ADC-4A75-9B32-68CD144AD12C}" dt="2026-01-25T05:54:25.869" v="387" actId="20577"/>
          <ac:spMkLst>
            <pc:docMk/>
            <pc:sldMk cId="0" sldId="295"/>
            <ac:spMk id="2" creationId="{00000000-0000-0000-0000-000000000000}"/>
          </ac:spMkLst>
        </pc:spChg>
        <pc:spChg chg="mod">
          <ac:chgData name="Comfort ANIPA" userId="c4bd65e3adbd3b1a" providerId="LiveId" clId="{F1A02D38-8ADC-4A75-9B32-68CD144AD12C}" dt="2026-01-25T06:11:02.681" v="402" actId="114"/>
          <ac:spMkLst>
            <pc:docMk/>
            <pc:sldMk cId="0" sldId="295"/>
            <ac:spMk id="5" creationId="{00000000-0000-0000-0000-000000000000}"/>
          </ac:spMkLst>
        </pc:spChg>
      </pc:sldChg>
      <pc:sldChg chg="modSp mod">
        <pc:chgData name="Comfort ANIPA" userId="c4bd65e3adbd3b1a" providerId="LiveId" clId="{F1A02D38-8ADC-4A75-9B32-68CD144AD12C}" dt="2026-01-25T06:15:42.616" v="494" actId="14100"/>
        <pc:sldMkLst>
          <pc:docMk/>
          <pc:sldMk cId="0" sldId="296"/>
        </pc:sldMkLst>
        <pc:spChg chg="mod">
          <ac:chgData name="Comfort ANIPA" userId="c4bd65e3adbd3b1a" providerId="LiveId" clId="{F1A02D38-8ADC-4A75-9B32-68CD144AD12C}" dt="2026-01-25T06:15:42.616" v="494" actId="14100"/>
          <ac:spMkLst>
            <pc:docMk/>
            <pc:sldMk cId="0" sldId="296"/>
            <ac:spMk id="5" creationId="{00000000-0000-0000-0000-000000000000}"/>
          </ac:spMkLst>
        </pc:spChg>
      </pc:sldChg>
      <pc:sldChg chg="del">
        <pc:chgData name="Comfort ANIPA" userId="c4bd65e3adbd3b1a" providerId="LiveId" clId="{F1A02D38-8ADC-4A75-9B32-68CD144AD12C}" dt="2026-01-25T00:18:34.344" v="54" actId="47"/>
        <pc:sldMkLst>
          <pc:docMk/>
          <pc:sldMk cId="0" sldId="297"/>
        </pc:sldMkLst>
      </pc:sldChg>
      <pc:sldChg chg="del">
        <pc:chgData name="Comfort ANIPA" userId="c4bd65e3adbd3b1a" providerId="LiveId" clId="{F1A02D38-8ADC-4A75-9B32-68CD144AD12C}" dt="2026-01-25T00:18:34.344" v="54" actId="47"/>
        <pc:sldMkLst>
          <pc:docMk/>
          <pc:sldMk cId="0" sldId="298"/>
        </pc:sldMkLst>
      </pc:sldChg>
      <pc:sldChg chg="del">
        <pc:chgData name="Comfort ANIPA" userId="c4bd65e3adbd3b1a" providerId="LiveId" clId="{F1A02D38-8ADC-4A75-9B32-68CD144AD12C}" dt="2026-01-25T00:19:03.596" v="55" actId="47"/>
        <pc:sldMkLst>
          <pc:docMk/>
          <pc:sldMk cId="0" sldId="299"/>
        </pc:sldMkLst>
      </pc:sldChg>
      <pc:sldChg chg="del">
        <pc:chgData name="Comfort ANIPA" userId="c4bd65e3adbd3b1a" providerId="LiveId" clId="{F1A02D38-8ADC-4A75-9B32-68CD144AD12C}" dt="2026-01-25T00:16:47.444" v="53" actId="47"/>
        <pc:sldMkLst>
          <pc:docMk/>
          <pc:sldMk cId="0" sldId="300"/>
        </pc:sldMkLst>
      </pc:sldChg>
      <pc:sldChg chg="del">
        <pc:chgData name="Comfort ANIPA" userId="c4bd65e3adbd3b1a" providerId="LiveId" clId="{F1A02D38-8ADC-4A75-9B32-68CD144AD12C}" dt="2026-01-26T20:47:17.253" v="1949" actId="47"/>
        <pc:sldMkLst>
          <pc:docMk/>
          <pc:sldMk cId="0" sldId="301"/>
        </pc:sldMkLst>
      </pc:sldChg>
      <pc:sldChg chg="modSp del mod">
        <pc:chgData name="Comfort ANIPA" userId="c4bd65e3adbd3b1a" providerId="LiveId" clId="{F1A02D38-8ADC-4A75-9B32-68CD144AD12C}" dt="2026-01-26T20:47:17.253" v="1949" actId="47"/>
        <pc:sldMkLst>
          <pc:docMk/>
          <pc:sldMk cId="0" sldId="302"/>
        </pc:sldMkLst>
        <pc:spChg chg="mod">
          <ac:chgData name="Comfort ANIPA" userId="c4bd65e3adbd3b1a" providerId="LiveId" clId="{F1A02D38-8ADC-4A75-9B32-68CD144AD12C}" dt="2026-01-25T06:30:25.334" v="642" actId="14100"/>
          <ac:spMkLst>
            <pc:docMk/>
            <pc:sldMk cId="0" sldId="302"/>
            <ac:spMk id="2" creationId="{00000000-0000-0000-0000-000000000000}"/>
          </ac:spMkLst>
        </pc:spChg>
        <pc:spChg chg="mod">
          <ac:chgData name="Comfort ANIPA" userId="c4bd65e3adbd3b1a" providerId="LiveId" clId="{F1A02D38-8ADC-4A75-9B32-68CD144AD12C}" dt="2026-01-25T06:30:30.564" v="643" actId="14100"/>
          <ac:spMkLst>
            <pc:docMk/>
            <pc:sldMk cId="0" sldId="302"/>
            <ac:spMk id="5" creationId="{00000000-0000-0000-0000-000000000000}"/>
          </ac:spMkLst>
        </pc:spChg>
      </pc:sldChg>
      <pc:sldChg chg="del">
        <pc:chgData name="Comfort ANIPA" userId="c4bd65e3adbd3b1a" providerId="LiveId" clId="{F1A02D38-8ADC-4A75-9B32-68CD144AD12C}" dt="2026-01-26T20:47:17.253" v="1949" actId="47"/>
        <pc:sldMkLst>
          <pc:docMk/>
          <pc:sldMk cId="0" sldId="303"/>
        </pc:sldMkLst>
      </pc:sldChg>
      <pc:sldChg chg="modSp mod">
        <pc:chgData name="Comfort ANIPA" userId="c4bd65e3adbd3b1a" providerId="LiveId" clId="{F1A02D38-8ADC-4A75-9B32-68CD144AD12C}" dt="2026-01-25T05:53:56.004" v="372" actId="20577"/>
        <pc:sldMkLst>
          <pc:docMk/>
          <pc:sldMk cId="2283573053" sldId="304"/>
        </pc:sldMkLst>
        <pc:spChg chg="mod">
          <ac:chgData name="Comfort ANIPA" userId="c4bd65e3adbd3b1a" providerId="LiveId" clId="{F1A02D38-8ADC-4A75-9B32-68CD144AD12C}" dt="2026-01-25T05:53:56.004" v="372" actId="20577"/>
          <ac:spMkLst>
            <pc:docMk/>
            <pc:sldMk cId="2283573053" sldId="304"/>
            <ac:spMk id="2" creationId="{00000000-0000-0000-0000-000000000000}"/>
          </ac:spMkLst>
        </pc:spChg>
        <pc:spChg chg="mod">
          <ac:chgData name="Comfort ANIPA" userId="c4bd65e3adbd3b1a" providerId="LiveId" clId="{F1A02D38-8ADC-4A75-9B32-68CD144AD12C}" dt="2026-01-25T05:52:32.497" v="363" actId="5793"/>
          <ac:spMkLst>
            <pc:docMk/>
            <pc:sldMk cId="2283573053" sldId="304"/>
            <ac:spMk id="6" creationId="{00000000-0000-0000-0000-000000000000}"/>
          </ac:spMkLst>
        </pc:spChg>
      </pc:sldChg>
      <pc:sldChg chg="del">
        <pc:chgData name="Comfort ANIPA" userId="c4bd65e3adbd3b1a" providerId="LiveId" clId="{F1A02D38-8ADC-4A75-9B32-68CD144AD12C}" dt="2026-01-25T00:16:47.444" v="53" actId="47"/>
        <pc:sldMkLst>
          <pc:docMk/>
          <pc:sldMk cId="3887861592" sldId="305"/>
        </pc:sldMkLst>
      </pc:sldChg>
      <pc:sldChg chg="modSp mod">
        <pc:chgData name="Comfort ANIPA" userId="c4bd65e3adbd3b1a" providerId="LiveId" clId="{F1A02D38-8ADC-4A75-9B32-68CD144AD12C}" dt="2026-01-26T19:55:00.606" v="784" actId="20577"/>
        <pc:sldMkLst>
          <pc:docMk/>
          <pc:sldMk cId="722174676" sldId="306"/>
        </pc:sldMkLst>
        <pc:spChg chg="mod">
          <ac:chgData name="Comfort ANIPA" userId="c4bd65e3adbd3b1a" providerId="LiveId" clId="{F1A02D38-8ADC-4A75-9B32-68CD144AD12C}" dt="2026-01-26T19:55:00.606" v="784" actId="20577"/>
          <ac:spMkLst>
            <pc:docMk/>
            <pc:sldMk cId="722174676" sldId="306"/>
            <ac:spMk id="6" creationId="{E646E76A-AA3D-4616-903C-AFA753809CB0}"/>
          </ac:spMkLst>
        </pc:spChg>
      </pc:sldChg>
      <pc:sldChg chg="modSp new mod">
        <pc:chgData name="Comfort ANIPA" userId="c4bd65e3adbd3b1a" providerId="LiveId" clId="{F1A02D38-8ADC-4A75-9B32-68CD144AD12C}" dt="2026-01-25T01:39:48.956" v="272" actId="20577"/>
        <pc:sldMkLst>
          <pc:docMk/>
          <pc:sldMk cId="4083508665" sldId="307"/>
        </pc:sldMkLst>
        <pc:spChg chg="mod">
          <ac:chgData name="Comfort ANIPA" userId="c4bd65e3adbd3b1a" providerId="LiveId" clId="{F1A02D38-8ADC-4A75-9B32-68CD144AD12C}" dt="2026-01-25T01:34:15.540" v="237" actId="20577"/>
          <ac:spMkLst>
            <pc:docMk/>
            <pc:sldMk cId="4083508665" sldId="307"/>
            <ac:spMk id="2" creationId="{1064E8C4-5AB5-D5CE-DEEA-0B23C5788434}"/>
          </ac:spMkLst>
        </pc:spChg>
        <pc:spChg chg="mod">
          <ac:chgData name="Comfort ANIPA" userId="c4bd65e3adbd3b1a" providerId="LiveId" clId="{F1A02D38-8ADC-4A75-9B32-68CD144AD12C}" dt="2026-01-25T01:39:48.956" v="272" actId="20577"/>
          <ac:spMkLst>
            <pc:docMk/>
            <pc:sldMk cId="4083508665" sldId="307"/>
            <ac:spMk id="6" creationId="{48C42729-3031-0274-C23E-66EDDFD72123}"/>
          </ac:spMkLst>
        </pc:spChg>
      </pc:sldChg>
      <pc:sldChg chg="del">
        <pc:chgData name="Comfort ANIPA" userId="c4bd65e3adbd3b1a" providerId="LiveId" clId="{F1A02D38-8ADC-4A75-9B32-68CD144AD12C}" dt="2026-01-25T00:18:34.344" v="54" actId="47"/>
        <pc:sldMkLst>
          <pc:docMk/>
          <pc:sldMk cId="4235007771" sldId="307"/>
        </pc:sldMkLst>
      </pc:sldChg>
      <pc:sldChg chg="del">
        <pc:chgData name="Comfort ANIPA" userId="c4bd65e3adbd3b1a" providerId="LiveId" clId="{F1A02D38-8ADC-4A75-9B32-68CD144AD12C}" dt="2026-01-25T00:18:34.344" v="54" actId="47"/>
        <pc:sldMkLst>
          <pc:docMk/>
          <pc:sldMk cId="2939536093" sldId="308"/>
        </pc:sldMkLst>
      </pc:sldChg>
      <pc:sldChg chg="modSp new mod">
        <pc:chgData name="Comfort ANIPA" userId="c4bd65e3adbd3b1a" providerId="LiveId" clId="{F1A02D38-8ADC-4A75-9B32-68CD144AD12C}" dt="2026-01-25T06:12:44.828" v="441" actId="313"/>
        <pc:sldMkLst>
          <pc:docMk/>
          <pc:sldMk cId="3887941994" sldId="308"/>
        </pc:sldMkLst>
        <pc:spChg chg="mod">
          <ac:chgData name="Comfort ANIPA" userId="c4bd65e3adbd3b1a" providerId="LiveId" clId="{F1A02D38-8ADC-4A75-9B32-68CD144AD12C}" dt="2026-01-25T06:11:52.790" v="433" actId="20577"/>
          <ac:spMkLst>
            <pc:docMk/>
            <pc:sldMk cId="3887941994" sldId="308"/>
            <ac:spMk id="2" creationId="{F5813442-CC85-4DF3-59D1-136E708AC5E4}"/>
          </ac:spMkLst>
        </pc:spChg>
        <pc:spChg chg="mod">
          <ac:chgData name="Comfort ANIPA" userId="c4bd65e3adbd3b1a" providerId="LiveId" clId="{F1A02D38-8ADC-4A75-9B32-68CD144AD12C}" dt="2026-01-25T06:12:44.828" v="441" actId="313"/>
          <ac:spMkLst>
            <pc:docMk/>
            <pc:sldMk cId="3887941994" sldId="308"/>
            <ac:spMk id="6" creationId="{2F5CF1F5-B782-E888-E467-6403F0316238}"/>
          </ac:spMkLst>
        </pc:spChg>
      </pc:sldChg>
      <pc:sldChg chg="modSp new mod ord">
        <pc:chgData name="Comfort ANIPA" userId="c4bd65e3adbd3b1a" providerId="LiveId" clId="{F1A02D38-8ADC-4A75-9B32-68CD144AD12C}" dt="2026-01-26T20:38:30.227" v="1891" actId="20577"/>
        <pc:sldMkLst>
          <pc:docMk/>
          <pc:sldMk cId="672544036" sldId="309"/>
        </pc:sldMkLst>
        <pc:spChg chg="mod">
          <ac:chgData name="Comfort ANIPA" userId="c4bd65e3adbd3b1a" providerId="LiveId" clId="{F1A02D38-8ADC-4A75-9B32-68CD144AD12C}" dt="2026-01-26T20:38:30.227" v="1891" actId="20577"/>
          <ac:spMkLst>
            <pc:docMk/>
            <pc:sldMk cId="672544036" sldId="309"/>
            <ac:spMk id="2" creationId="{9E03BC8C-3E74-A572-8908-04FED512B7EE}"/>
          </ac:spMkLst>
        </pc:spChg>
        <pc:spChg chg="mod">
          <ac:chgData name="Comfort ANIPA" userId="c4bd65e3adbd3b1a" providerId="LiveId" clId="{F1A02D38-8ADC-4A75-9B32-68CD144AD12C}" dt="2026-01-25T07:07:29.162" v="777" actId="14100"/>
          <ac:spMkLst>
            <pc:docMk/>
            <pc:sldMk cId="672544036" sldId="309"/>
            <ac:spMk id="6" creationId="{E541038C-7D00-6812-8C89-466EA153D8EE}"/>
          </ac:spMkLst>
        </pc:spChg>
      </pc:sldChg>
      <pc:sldChg chg="del">
        <pc:chgData name="Comfort ANIPA" userId="c4bd65e3adbd3b1a" providerId="LiveId" clId="{F1A02D38-8ADC-4A75-9B32-68CD144AD12C}" dt="2026-01-25T00:18:34.344" v="54" actId="47"/>
        <pc:sldMkLst>
          <pc:docMk/>
          <pc:sldMk cId="2787511718" sldId="309"/>
        </pc:sldMkLst>
      </pc:sldChg>
      <pc:sldChg chg="modSp new mod">
        <pc:chgData name="Comfort ANIPA" userId="c4bd65e3adbd3b1a" providerId="LiveId" clId="{F1A02D38-8ADC-4A75-9B32-68CD144AD12C}" dt="2026-01-26T20:11:34.874" v="1003" actId="20577"/>
        <pc:sldMkLst>
          <pc:docMk/>
          <pc:sldMk cId="1033810919" sldId="310"/>
        </pc:sldMkLst>
        <pc:spChg chg="mod">
          <ac:chgData name="Comfort ANIPA" userId="c4bd65e3adbd3b1a" providerId="LiveId" clId="{F1A02D38-8ADC-4A75-9B32-68CD144AD12C}" dt="2026-01-26T20:11:34.874" v="1003" actId="20577"/>
          <ac:spMkLst>
            <pc:docMk/>
            <pc:sldMk cId="1033810919" sldId="310"/>
            <ac:spMk id="2" creationId="{D80F6A8B-B317-1194-9ED8-1B73AEDF46FD}"/>
          </ac:spMkLst>
        </pc:spChg>
        <pc:spChg chg="mod">
          <ac:chgData name="Comfort ANIPA" userId="c4bd65e3adbd3b1a" providerId="LiveId" clId="{F1A02D38-8ADC-4A75-9B32-68CD144AD12C}" dt="2026-01-26T20:10:40.376" v="970" actId="5793"/>
          <ac:spMkLst>
            <pc:docMk/>
            <pc:sldMk cId="1033810919" sldId="310"/>
            <ac:spMk id="6" creationId="{0229024D-0AD3-AB48-1FBE-BF5623EFD721}"/>
          </ac:spMkLst>
        </pc:spChg>
      </pc:sldChg>
      <pc:sldChg chg="del">
        <pc:chgData name="Comfort ANIPA" userId="c4bd65e3adbd3b1a" providerId="LiveId" clId="{F1A02D38-8ADC-4A75-9B32-68CD144AD12C}" dt="2026-01-25T00:18:34.344" v="54" actId="47"/>
        <pc:sldMkLst>
          <pc:docMk/>
          <pc:sldMk cId="2581653474" sldId="311"/>
        </pc:sldMkLst>
      </pc:sldChg>
      <pc:sldChg chg="modSp new mod ord">
        <pc:chgData name="Comfort ANIPA" userId="c4bd65e3adbd3b1a" providerId="LiveId" clId="{F1A02D38-8ADC-4A75-9B32-68CD144AD12C}" dt="2026-01-26T20:25:10.975" v="1277"/>
        <pc:sldMkLst>
          <pc:docMk/>
          <pc:sldMk cId="4102828465" sldId="311"/>
        </pc:sldMkLst>
        <pc:spChg chg="mod">
          <ac:chgData name="Comfort ANIPA" userId="c4bd65e3adbd3b1a" providerId="LiveId" clId="{F1A02D38-8ADC-4A75-9B32-68CD144AD12C}" dt="2026-01-26T20:25:01.529" v="1275" actId="14100"/>
          <ac:spMkLst>
            <pc:docMk/>
            <pc:sldMk cId="4102828465" sldId="311"/>
            <ac:spMk id="2" creationId="{D501E8AB-058A-C2BD-4DF6-3DB4E19BBB86}"/>
          </ac:spMkLst>
        </pc:spChg>
        <pc:spChg chg="mod">
          <ac:chgData name="Comfort ANIPA" userId="c4bd65e3adbd3b1a" providerId="LiveId" clId="{F1A02D38-8ADC-4A75-9B32-68CD144AD12C}" dt="2026-01-26T20:24:30.330" v="1273" actId="27636"/>
          <ac:spMkLst>
            <pc:docMk/>
            <pc:sldMk cId="4102828465" sldId="311"/>
            <ac:spMk id="6" creationId="{B671932B-37CC-DF04-B5FE-80C66F02B331}"/>
          </ac:spMkLst>
        </pc:spChg>
      </pc:sldChg>
      <pc:sldChg chg="del">
        <pc:chgData name="Comfort ANIPA" userId="c4bd65e3adbd3b1a" providerId="LiveId" clId="{F1A02D38-8ADC-4A75-9B32-68CD144AD12C}" dt="2026-01-25T00:18:34.344" v="54" actId="47"/>
        <pc:sldMkLst>
          <pc:docMk/>
          <pc:sldMk cId="378514155" sldId="312"/>
        </pc:sldMkLst>
      </pc:sldChg>
      <pc:sldChg chg="modSp new mod ord">
        <pc:chgData name="Comfort ANIPA" userId="c4bd65e3adbd3b1a" providerId="LiveId" clId="{F1A02D38-8ADC-4A75-9B32-68CD144AD12C}" dt="2026-01-26T20:13:49.853" v="1058" actId="27636"/>
        <pc:sldMkLst>
          <pc:docMk/>
          <pc:sldMk cId="3347310180" sldId="312"/>
        </pc:sldMkLst>
        <pc:spChg chg="mod">
          <ac:chgData name="Comfort ANIPA" userId="c4bd65e3adbd3b1a" providerId="LiveId" clId="{F1A02D38-8ADC-4A75-9B32-68CD144AD12C}" dt="2026-01-26T20:12:16.777" v="1046" actId="20577"/>
          <ac:spMkLst>
            <pc:docMk/>
            <pc:sldMk cId="3347310180" sldId="312"/>
            <ac:spMk id="2" creationId="{2C383CC9-A876-4758-EEBF-77AC7EE87A9E}"/>
          </ac:spMkLst>
        </pc:spChg>
        <pc:spChg chg="mod">
          <ac:chgData name="Comfort ANIPA" userId="c4bd65e3adbd3b1a" providerId="LiveId" clId="{F1A02D38-8ADC-4A75-9B32-68CD144AD12C}" dt="2026-01-26T20:13:49.853" v="1058" actId="27636"/>
          <ac:spMkLst>
            <pc:docMk/>
            <pc:sldMk cId="3347310180" sldId="312"/>
            <ac:spMk id="6" creationId="{2D9E649F-5700-DF02-04E7-615B524E2AFC}"/>
          </ac:spMkLst>
        </pc:spChg>
      </pc:sldChg>
      <pc:sldChg chg="modSp new mod ord">
        <pc:chgData name="Comfort ANIPA" userId="c4bd65e3adbd3b1a" providerId="LiveId" clId="{F1A02D38-8ADC-4A75-9B32-68CD144AD12C}" dt="2026-01-26T20:46:14.051" v="1945" actId="20577"/>
        <pc:sldMkLst>
          <pc:docMk/>
          <pc:sldMk cId="3185314436" sldId="313"/>
        </pc:sldMkLst>
        <pc:spChg chg="mod">
          <ac:chgData name="Comfort ANIPA" userId="c4bd65e3adbd3b1a" providerId="LiveId" clId="{F1A02D38-8ADC-4A75-9B32-68CD144AD12C}" dt="2026-01-26T20:19:10.582" v="1226" actId="14100"/>
          <ac:spMkLst>
            <pc:docMk/>
            <pc:sldMk cId="3185314436" sldId="313"/>
            <ac:spMk id="2" creationId="{6C229BD6-80A8-6CEA-9514-28D007C46D32}"/>
          </ac:spMkLst>
        </pc:spChg>
        <pc:spChg chg="mod">
          <ac:chgData name="Comfort ANIPA" userId="c4bd65e3adbd3b1a" providerId="LiveId" clId="{F1A02D38-8ADC-4A75-9B32-68CD144AD12C}" dt="2026-01-26T20:46:14.051" v="1945" actId="20577"/>
          <ac:spMkLst>
            <pc:docMk/>
            <pc:sldMk cId="3185314436" sldId="313"/>
            <ac:spMk id="6" creationId="{967DA6FE-AC68-EBD0-22D3-CE8588953E57}"/>
          </ac:spMkLst>
        </pc:spChg>
      </pc:sldChg>
      <pc:sldChg chg="modSp new mod ord">
        <pc:chgData name="Comfort ANIPA" userId="c4bd65e3adbd3b1a" providerId="LiveId" clId="{F1A02D38-8ADC-4A75-9B32-68CD144AD12C}" dt="2026-01-26T20:46:49.016" v="1948" actId="13926"/>
        <pc:sldMkLst>
          <pc:docMk/>
          <pc:sldMk cId="716798357" sldId="314"/>
        </pc:sldMkLst>
        <pc:spChg chg="mod">
          <ac:chgData name="Comfort ANIPA" userId="c4bd65e3adbd3b1a" providerId="LiveId" clId="{F1A02D38-8ADC-4A75-9B32-68CD144AD12C}" dt="2026-01-26T20:20:53.748" v="1235" actId="14100"/>
          <ac:spMkLst>
            <pc:docMk/>
            <pc:sldMk cId="716798357" sldId="314"/>
            <ac:spMk id="2" creationId="{CC715A00-BB32-8699-2C07-5C17CBA087E9}"/>
          </ac:spMkLst>
        </pc:spChg>
        <pc:spChg chg="mod">
          <ac:chgData name="Comfort ANIPA" userId="c4bd65e3adbd3b1a" providerId="LiveId" clId="{F1A02D38-8ADC-4A75-9B32-68CD144AD12C}" dt="2026-01-26T20:46:49.016" v="1948" actId="13926"/>
          <ac:spMkLst>
            <pc:docMk/>
            <pc:sldMk cId="716798357" sldId="314"/>
            <ac:spMk id="6" creationId="{90EC3F4C-48C9-6EE9-D37E-5F1DA2B31F36}"/>
          </ac:spMkLst>
        </pc:spChg>
      </pc:sldChg>
      <pc:sldChg chg="modSp new mod">
        <pc:chgData name="Comfort ANIPA" userId="c4bd65e3adbd3b1a" providerId="LiveId" clId="{F1A02D38-8ADC-4A75-9B32-68CD144AD12C}" dt="2026-01-26T20:37:21.520" v="1871" actId="20577"/>
        <pc:sldMkLst>
          <pc:docMk/>
          <pc:sldMk cId="599764611" sldId="315"/>
        </pc:sldMkLst>
        <pc:spChg chg="mod">
          <ac:chgData name="Comfort ANIPA" userId="c4bd65e3adbd3b1a" providerId="LiveId" clId="{F1A02D38-8ADC-4A75-9B32-68CD144AD12C}" dt="2026-01-26T20:26:38.024" v="1332" actId="14100"/>
          <ac:spMkLst>
            <pc:docMk/>
            <pc:sldMk cId="599764611" sldId="315"/>
            <ac:spMk id="2" creationId="{AF7540C8-031D-28DF-7EFC-A66B6B246B1D}"/>
          </ac:spMkLst>
        </pc:spChg>
        <pc:spChg chg="mod">
          <ac:chgData name="Comfort ANIPA" userId="c4bd65e3adbd3b1a" providerId="LiveId" clId="{F1A02D38-8ADC-4A75-9B32-68CD144AD12C}" dt="2026-01-26T20:37:21.520" v="1871" actId="20577"/>
          <ac:spMkLst>
            <pc:docMk/>
            <pc:sldMk cId="599764611" sldId="315"/>
            <ac:spMk id="6" creationId="{B59585ED-8B4F-9935-2443-84F409902530}"/>
          </ac:spMkLst>
        </pc:spChg>
      </pc:sldChg>
      <pc:sldChg chg="modSp new mod">
        <pc:chgData name="Comfort ANIPA" userId="c4bd65e3adbd3b1a" providerId="LiveId" clId="{F1A02D38-8ADC-4A75-9B32-68CD144AD12C}" dt="2026-01-26T20:44:46.070" v="1942" actId="14100"/>
        <pc:sldMkLst>
          <pc:docMk/>
          <pc:sldMk cId="1167764774" sldId="316"/>
        </pc:sldMkLst>
        <pc:spChg chg="mod">
          <ac:chgData name="Comfort ANIPA" userId="c4bd65e3adbd3b1a" providerId="LiveId" clId="{F1A02D38-8ADC-4A75-9B32-68CD144AD12C}" dt="2026-01-26T20:44:46.070" v="1942" actId="14100"/>
          <ac:spMkLst>
            <pc:docMk/>
            <pc:sldMk cId="1167764774" sldId="316"/>
            <ac:spMk id="2" creationId="{5483A0CA-1A04-E3B5-D8B8-3D16F02FAE37}"/>
          </ac:spMkLst>
        </pc:spChg>
        <pc:spChg chg="mod">
          <ac:chgData name="Comfort ANIPA" userId="c4bd65e3adbd3b1a" providerId="LiveId" clId="{F1A02D38-8ADC-4A75-9B32-68CD144AD12C}" dt="2026-01-26T20:44:19.828" v="1905" actId="27636"/>
          <ac:spMkLst>
            <pc:docMk/>
            <pc:sldMk cId="1167764774" sldId="316"/>
            <ac:spMk id="6" creationId="{6F266BF0-7D50-7222-D195-11569FA462FC}"/>
          </ac:spMkLst>
        </pc:spChg>
      </pc:sldChg>
      <pc:sldChg chg="new del">
        <pc:chgData name="Comfort ANIPA" userId="c4bd65e3adbd3b1a" providerId="LiveId" clId="{F1A02D38-8ADC-4A75-9B32-68CD144AD12C}" dt="2026-01-26T20:47:17.253" v="1949" actId="47"/>
        <pc:sldMkLst>
          <pc:docMk/>
          <pc:sldMk cId="3125365451"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403D37-9AC5-4CE4-B5B7-B70A732B303F}" type="datetimeFigureOut">
              <a:rPr lang="en-US" smtClean="0"/>
              <a:pPr/>
              <a:t>1/25/2026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64F34D-938A-4E27-BA4D-387449CA2812}" type="slidenum">
              <a:rPr lang="en-US" smtClean="0"/>
              <a:pPr/>
              <a:t>‹#›</a:t>
            </a:fld>
            <a:endParaRPr lang="en-US"/>
          </a:p>
        </p:txBody>
      </p:sp>
    </p:spTree>
    <p:extLst>
      <p:ext uri="{BB962C8B-B14F-4D97-AF65-F5344CB8AC3E}">
        <p14:creationId xmlns:p14="http://schemas.microsoft.com/office/powerpoint/2010/main" val="1762891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364F34D-938A-4E27-BA4D-387449CA2812}" type="slidenum">
              <a:rPr lang="en-US" smtClean="0"/>
              <a:pPr/>
              <a:t>1</a:t>
            </a:fld>
            <a:endParaRPr lang="en-US"/>
          </a:p>
        </p:txBody>
      </p:sp>
    </p:spTree>
    <p:extLst>
      <p:ext uri="{BB962C8B-B14F-4D97-AF65-F5344CB8AC3E}">
        <p14:creationId xmlns:p14="http://schemas.microsoft.com/office/powerpoint/2010/main" val="1963277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64F34D-938A-4E27-BA4D-387449CA2812}" type="slidenum">
              <a:rPr lang="en-US" smtClean="0"/>
              <a:pPr/>
              <a:t>4</a:t>
            </a:fld>
            <a:endParaRPr lang="en-US"/>
          </a:p>
        </p:txBody>
      </p:sp>
    </p:spTree>
    <p:extLst>
      <p:ext uri="{BB962C8B-B14F-4D97-AF65-F5344CB8AC3E}">
        <p14:creationId xmlns:p14="http://schemas.microsoft.com/office/powerpoint/2010/main" val="3950265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364F34D-938A-4E27-BA4D-387449CA2812}" type="slidenum">
              <a:rPr lang="en-US" smtClean="0"/>
              <a:pPr/>
              <a:t>7</a:t>
            </a:fld>
            <a:endParaRPr lang="en-US"/>
          </a:p>
        </p:txBody>
      </p:sp>
    </p:spTree>
    <p:extLst>
      <p:ext uri="{BB962C8B-B14F-4D97-AF65-F5344CB8AC3E}">
        <p14:creationId xmlns:p14="http://schemas.microsoft.com/office/powerpoint/2010/main" val="4281701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64F34D-938A-4E27-BA4D-387449CA2812}" type="slidenum">
              <a:rPr lang="en-US" smtClean="0"/>
              <a:pPr/>
              <a:t>14</a:t>
            </a:fld>
            <a:endParaRPr lang="en-US"/>
          </a:p>
        </p:txBody>
      </p:sp>
    </p:spTree>
    <p:extLst>
      <p:ext uri="{BB962C8B-B14F-4D97-AF65-F5344CB8AC3E}">
        <p14:creationId xmlns:p14="http://schemas.microsoft.com/office/powerpoint/2010/main" val="3937517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06AD4757-878C-4B52-B810-F97E53738B3F}" type="datetime1">
              <a:rPr lang="en-US" smtClean="0"/>
              <a:t>1/25/2026</a:t>
            </a:fld>
            <a:endParaRPr lang="en-US"/>
          </a:p>
        </p:txBody>
      </p:sp>
      <p:sp>
        <p:nvSpPr>
          <p:cNvPr id="17" name="Footer Placeholder 16"/>
          <p:cNvSpPr>
            <a:spLocks noGrp="1"/>
          </p:cNvSpPr>
          <p:nvPr>
            <p:ph type="ftr" sz="quarter" idx="11"/>
          </p:nvPr>
        </p:nvSpPr>
        <p:spPr/>
        <p:txBody>
          <a:bodyPr/>
          <a:lstStyle/>
          <a:p>
            <a:r>
              <a:rPr lang="en-US"/>
              <a:t>Dr. ANIPA</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89DF8A6-85FE-4AF5-BEA1-6B187FEF4D6A}"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779D8334-AEFA-424E-B6A9-A19F3BF2D7D8}" type="datetime1">
              <a:rPr lang="en-US" smtClean="0"/>
              <a:t>1/25/2026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7C799CA-2F38-48C5-B4C1-B5EAFA6A9AF4}" type="datetime1">
              <a:rPr lang="en-US" smtClean="0"/>
              <a:t>1/25/2026</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Dr. ANIPA</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589DF8A6-85FE-4AF5-BEA1-6B187FEF4D6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F1E8E22C-1065-46E7-8B10-6162F4F75312}" type="datetime1">
              <a:rPr lang="en-US" smtClean="0"/>
              <a:t>1/25/2026</a:t>
            </a:fld>
            <a:endParaRPr lang="en-US"/>
          </a:p>
        </p:txBody>
      </p:sp>
      <p:sp>
        <p:nvSpPr>
          <p:cNvPr id="6" name="Footer Placeholder 5"/>
          <p:cNvSpPr>
            <a:spLocks noGrp="1"/>
          </p:cNvSpPr>
          <p:nvPr>
            <p:ph type="ftr" sz="quarter" idx="11"/>
          </p:nvPr>
        </p:nvSpPr>
        <p:spPr/>
        <p:txBody>
          <a:bodyPr/>
          <a:lstStyle/>
          <a:p>
            <a:r>
              <a:rPr lang="en-US"/>
              <a:t>Dr. ANIPA</a:t>
            </a:r>
          </a:p>
        </p:txBody>
      </p:sp>
      <p:sp>
        <p:nvSpPr>
          <p:cNvPr id="7" name="Slide Number Placeholder 6"/>
          <p:cNvSpPr>
            <a:spLocks noGrp="1"/>
          </p:cNvSpPr>
          <p:nvPr>
            <p:ph type="sldNum" sz="quarter" idx="12"/>
          </p:nvPr>
        </p:nvSpPr>
        <p:spPr/>
        <p:txBody>
          <a:bodyPr/>
          <a:lstStyle/>
          <a:p>
            <a:fld id="{589DF8A6-85FE-4AF5-BEA1-6B187FEF4D6A}"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52793127-8B60-4431-8535-01CF72545FCE}" type="datetime1">
              <a:rPr lang="en-US" smtClean="0"/>
              <a:t>1/25/2026</a:t>
            </a:fld>
            <a:endParaRPr lang="en-US"/>
          </a:p>
        </p:txBody>
      </p:sp>
      <p:sp>
        <p:nvSpPr>
          <p:cNvPr id="8" name="Footer Placeholder 7"/>
          <p:cNvSpPr>
            <a:spLocks noGrp="1"/>
          </p:cNvSpPr>
          <p:nvPr>
            <p:ph type="ftr" sz="quarter" idx="11"/>
          </p:nvPr>
        </p:nvSpPr>
        <p:spPr/>
        <p:txBody>
          <a:bodyPr/>
          <a:lstStyle/>
          <a:p>
            <a:r>
              <a:rPr lang="en-US"/>
              <a:t>Dr. ANIPA</a:t>
            </a:r>
          </a:p>
        </p:txBody>
      </p:sp>
      <p:sp>
        <p:nvSpPr>
          <p:cNvPr id="9" name="Slide Number Placeholder 8"/>
          <p:cNvSpPr>
            <a:spLocks noGrp="1"/>
          </p:cNvSpPr>
          <p:nvPr>
            <p:ph type="sldNum" sz="quarter" idx="12"/>
          </p:nvPr>
        </p:nvSpPr>
        <p:spPr/>
        <p:txBody>
          <a:bodyPr/>
          <a:lstStyle/>
          <a:p>
            <a:fld id="{589DF8A6-85FE-4AF5-BEA1-6B187FEF4D6A}"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DD9CC663-32C4-4693-87F3-86F0BF636D15}" type="datetime1">
              <a:rPr lang="en-US" smtClean="0"/>
              <a:t>1/25/2026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Slide Number Placeholder 4"/>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E5D07F-4E0B-4EF8-BFAC-C55524830EB2}" type="datetime1">
              <a:rPr lang="en-US" smtClean="0"/>
              <a:t>1/25/2026</a:t>
            </a:fld>
            <a:endParaRPr lang="en-US"/>
          </a:p>
        </p:txBody>
      </p:sp>
      <p:sp>
        <p:nvSpPr>
          <p:cNvPr id="3" name="Footer Placeholder 2"/>
          <p:cNvSpPr>
            <a:spLocks noGrp="1"/>
          </p:cNvSpPr>
          <p:nvPr>
            <p:ph type="ftr" sz="quarter" idx="11"/>
          </p:nvPr>
        </p:nvSpPr>
        <p:spPr/>
        <p:txBody>
          <a:bodyPr/>
          <a:lstStyle/>
          <a:p>
            <a:r>
              <a:rPr lang="en-US"/>
              <a:t>Dr. ANIPA</a:t>
            </a:r>
          </a:p>
        </p:txBody>
      </p:sp>
      <p:sp>
        <p:nvSpPr>
          <p:cNvPr id="4" name="Slide Number Placeholder 3"/>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9E7D1AA-068D-4C07-BFC0-6D1431E13522}" type="datetime1">
              <a:rPr lang="en-US" smtClean="0"/>
              <a:t>1/25/2026</a:t>
            </a:fld>
            <a:endParaRPr lang="en-US"/>
          </a:p>
        </p:txBody>
      </p:sp>
      <p:sp>
        <p:nvSpPr>
          <p:cNvPr id="6" name="Footer Placeholder 5"/>
          <p:cNvSpPr>
            <a:spLocks noGrp="1"/>
          </p:cNvSpPr>
          <p:nvPr>
            <p:ph type="ftr" sz="quarter" idx="11"/>
          </p:nvPr>
        </p:nvSpPr>
        <p:spPr/>
        <p:txBody>
          <a:bodyPr/>
          <a:lstStyle/>
          <a:p>
            <a:r>
              <a:rPr lang="en-US"/>
              <a:t>Dr. ANIPA</a:t>
            </a:r>
          </a:p>
        </p:txBody>
      </p:sp>
      <p:sp>
        <p:nvSpPr>
          <p:cNvPr id="7" name="Slide Number Placeholder 6"/>
          <p:cNvSpPr>
            <a:spLocks noGrp="1"/>
          </p:cNvSpPr>
          <p:nvPr>
            <p:ph type="sldNum" sz="quarter" idx="12"/>
          </p:nvPr>
        </p:nvSpPr>
        <p:spPr/>
        <p:txBody>
          <a:bodyPr/>
          <a:lstStyle/>
          <a:p>
            <a:fld id="{589DF8A6-85FE-4AF5-BEA1-6B187FEF4D6A}"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7B85728-F773-4239-B21E-7CA295E3973A}" type="datetime1">
              <a:rPr lang="en-US" smtClean="0"/>
              <a:t>1/25/2026</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Dr. ANIPA</a:t>
            </a:r>
          </a:p>
        </p:txBody>
      </p:sp>
      <p:sp>
        <p:nvSpPr>
          <p:cNvPr id="7" name="Slide Number Placeholder 6"/>
          <p:cNvSpPr>
            <a:spLocks noGrp="1"/>
          </p:cNvSpPr>
          <p:nvPr>
            <p:ph type="sldNum" sz="quarter" idx="12"/>
          </p:nvPr>
        </p:nvSpPr>
        <p:spPr>
          <a:xfrm>
            <a:off x="146304" y="6208776"/>
            <a:ext cx="457200" cy="457200"/>
          </a:xfrm>
        </p:spPr>
        <p:txBody>
          <a:bodyPr/>
          <a:lstStyle/>
          <a:p>
            <a:fld id="{589DF8A6-85FE-4AF5-BEA1-6B187FEF4D6A}"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0F6F8AC-C301-4240-83ED-B01063CB558B}" type="datetime1">
              <a:rPr lang="en-US" smtClean="0"/>
              <a:t>1/25/2026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A96773F-C88E-4D04-83AE-61CDA7D40B7B}" type="datetime1">
              <a:rPr lang="en-US" smtClean="0"/>
              <a:t>1/25/2026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4D614052-9267-4144-84D7-C41CEB3E4806}" type="datetime1">
              <a:rPr lang="en-US" smtClean="0"/>
              <a:t>1/25/2026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Dr. ANIPA</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89DF8A6-85FE-4AF5-BEA1-6B187FEF4D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3886200"/>
            <a:ext cx="7391400" cy="1066800"/>
          </a:xfrm>
        </p:spPr>
        <p:txBody>
          <a:bodyPr>
            <a:normAutofit/>
          </a:bodyPr>
          <a:lstStyle/>
          <a:p>
            <a:r>
              <a:rPr lang="en-US" b="1" dirty="0"/>
              <a:t>GROUP ACCOUNTING – IFRS 3</a:t>
            </a:r>
            <a:br>
              <a:rPr lang="en-US" b="1" dirty="0"/>
            </a:br>
            <a:r>
              <a:rPr lang="en-US" b="1" dirty="0"/>
              <a:t>BUSINESS COMBINATION</a:t>
            </a:r>
          </a:p>
        </p:txBody>
      </p:sp>
      <p:sp>
        <p:nvSpPr>
          <p:cNvPr id="2" name="Title 1"/>
          <p:cNvSpPr>
            <a:spLocks noGrp="1"/>
          </p:cNvSpPr>
          <p:nvPr>
            <p:ph type="ctrTitle"/>
          </p:nvPr>
        </p:nvSpPr>
        <p:spPr>
          <a:xfrm>
            <a:off x="146304" y="1505931"/>
            <a:ext cx="8540496" cy="1161070"/>
          </a:xfrm>
        </p:spPr>
        <p:txBody>
          <a:bodyPr/>
          <a:lstStyle/>
          <a:p>
            <a:r>
              <a:rPr lang="en-US"/>
              <a:t>ADVANCED FINANCIAL REPORTING</a:t>
            </a:r>
          </a:p>
        </p:txBody>
      </p:sp>
      <p:sp>
        <p:nvSpPr>
          <p:cNvPr id="4" name="Date Placeholder 3"/>
          <p:cNvSpPr>
            <a:spLocks noGrp="1"/>
          </p:cNvSpPr>
          <p:nvPr>
            <p:ph type="dt" sz="half" idx="10"/>
          </p:nvPr>
        </p:nvSpPr>
        <p:spPr/>
        <p:txBody>
          <a:bodyPr/>
          <a:lstStyle/>
          <a:p>
            <a:fld id="{475B6CE6-1170-466F-BE06-64A4E72B877C}" type="datetime1">
              <a:rPr lang="en-US" smtClean="0"/>
              <a:t>1/25/2026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1</a:t>
            </a:fld>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544512"/>
          </a:xfrm>
        </p:spPr>
        <p:txBody>
          <a:bodyPr>
            <a:normAutofit fontScale="90000"/>
          </a:bodyPr>
          <a:lstStyle/>
          <a:p>
            <a:r>
              <a:rPr lang="en-US" dirty="0"/>
              <a:t>IFRS 3 - LEARNING OBJECTIVES</a:t>
            </a:r>
          </a:p>
        </p:txBody>
      </p:sp>
      <p:sp>
        <p:nvSpPr>
          <p:cNvPr id="3" name="Date Placeholder 2"/>
          <p:cNvSpPr>
            <a:spLocks noGrp="1"/>
          </p:cNvSpPr>
          <p:nvPr>
            <p:ph type="dt" sz="half" idx="10"/>
          </p:nvPr>
        </p:nvSpPr>
        <p:spPr/>
        <p:txBody>
          <a:bodyPr/>
          <a:lstStyle/>
          <a:p>
            <a:fld id="{1488CE10-814E-49EF-94DB-B004193B85C7}" type="datetime1">
              <a:rPr lang="en-US" smtClean="0"/>
              <a:t>1/25/2026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Slide Number Placeholder 4"/>
          <p:cNvSpPr>
            <a:spLocks noGrp="1"/>
          </p:cNvSpPr>
          <p:nvPr>
            <p:ph type="sldNum" sz="quarter" idx="12"/>
          </p:nvPr>
        </p:nvSpPr>
        <p:spPr/>
        <p:txBody>
          <a:bodyPr/>
          <a:lstStyle/>
          <a:p>
            <a:fld id="{589DF8A6-85FE-4AF5-BEA1-6B187FEF4D6A}" type="slidenum">
              <a:rPr lang="en-US" smtClean="0"/>
              <a:pPr/>
              <a:t>2</a:t>
            </a:fld>
            <a:endParaRPr lang="en-US"/>
          </a:p>
        </p:txBody>
      </p:sp>
      <p:sp>
        <p:nvSpPr>
          <p:cNvPr id="6" name="Content Placeholder 5"/>
          <p:cNvSpPr>
            <a:spLocks noGrp="1"/>
          </p:cNvSpPr>
          <p:nvPr>
            <p:ph sz="quarter" idx="1"/>
          </p:nvPr>
        </p:nvSpPr>
        <p:spPr>
          <a:xfrm>
            <a:off x="146304" y="1451610"/>
            <a:ext cx="8769096" cy="4739640"/>
          </a:xfrm>
        </p:spPr>
        <p:txBody>
          <a:bodyPr/>
          <a:lstStyle/>
          <a:p>
            <a:r>
              <a:rPr lang="en-US" sz="4000" dirty="0"/>
              <a:t>Explain the objectives and scope of IFRS 3 – Business Combination</a:t>
            </a:r>
          </a:p>
          <a:p>
            <a:pPr marL="0" indent="0">
              <a:buNone/>
            </a:pPr>
            <a:endParaRPr lang="en-US" sz="4000" dirty="0"/>
          </a:p>
          <a:p>
            <a:r>
              <a:rPr lang="en-US" sz="4000" dirty="0"/>
              <a:t>Define key terms in the standard.</a:t>
            </a:r>
          </a:p>
          <a:p>
            <a:pPr marL="0" indent="0">
              <a:buNone/>
            </a:pPr>
            <a:endParaRPr lang="en-US" sz="4000" dirty="0"/>
          </a:p>
          <a:p>
            <a:r>
              <a:rPr lang="en-US" sz="4000" dirty="0"/>
              <a:t>Explain the processes involved in acquisition accounting </a:t>
            </a:r>
          </a:p>
          <a:p>
            <a:endParaRPr lang="en-US" sz="4000" dirty="0"/>
          </a:p>
          <a:p>
            <a:endParaRPr lang="en-US" dirty="0"/>
          </a:p>
        </p:txBody>
      </p:sp>
    </p:spTree>
    <p:extLst>
      <p:ext uri="{BB962C8B-B14F-4D97-AF65-F5344CB8AC3E}">
        <p14:creationId xmlns:p14="http://schemas.microsoft.com/office/powerpoint/2010/main" val="228357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4E8C4-5AB5-D5CE-DEEA-0B23C5788434}"/>
              </a:ext>
            </a:extLst>
          </p:cNvPr>
          <p:cNvSpPr>
            <a:spLocks noGrp="1"/>
          </p:cNvSpPr>
          <p:nvPr>
            <p:ph type="title"/>
          </p:nvPr>
        </p:nvSpPr>
        <p:spPr/>
        <p:txBody>
          <a:bodyPr/>
          <a:lstStyle/>
          <a:p>
            <a:r>
              <a:rPr lang="en-US" dirty="0"/>
              <a:t>IFRS 3 – Objective and Scope</a:t>
            </a:r>
            <a:endParaRPr lang="en-GB" dirty="0"/>
          </a:p>
        </p:txBody>
      </p:sp>
      <p:sp>
        <p:nvSpPr>
          <p:cNvPr id="3" name="Date Placeholder 2">
            <a:extLst>
              <a:ext uri="{FF2B5EF4-FFF2-40B4-BE49-F238E27FC236}">
                <a16:creationId xmlns:a16="http://schemas.microsoft.com/office/drawing/2014/main" id="{6E6E15AE-D469-7CC3-F08C-6EF204775F93}"/>
              </a:ext>
            </a:extLst>
          </p:cNvPr>
          <p:cNvSpPr>
            <a:spLocks noGrp="1"/>
          </p:cNvSpPr>
          <p:nvPr>
            <p:ph type="dt" sz="half" idx="10"/>
          </p:nvPr>
        </p:nvSpPr>
        <p:spPr/>
        <p:txBody>
          <a:bodyPr/>
          <a:lstStyle/>
          <a:p>
            <a:fld id="{779D8334-AEFA-424E-B6A9-A19F3BF2D7D8}" type="datetime1">
              <a:rPr lang="en-US" smtClean="0"/>
              <a:t>1/25/2026</a:t>
            </a:fld>
            <a:endParaRPr lang="en-US"/>
          </a:p>
        </p:txBody>
      </p:sp>
      <p:sp>
        <p:nvSpPr>
          <p:cNvPr id="4" name="Footer Placeholder 3">
            <a:extLst>
              <a:ext uri="{FF2B5EF4-FFF2-40B4-BE49-F238E27FC236}">
                <a16:creationId xmlns:a16="http://schemas.microsoft.com/office/drawing/2014/main" id="{98BC58AB-B131-694F-2705-DD68D288FA3E}"/>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ACD5BAB7-5702-362A-3869-D98A3CCF88F4}"/>
              </a:ext>
            </a:extLst>
          </p:cNvPr>
          <p:cNvSpPr>
            <a:spLocks noGrp="1"/>
          </p:cNvSpPr>
          <p:nvPr>
            <p:ph type="sldNum" sz="quarter" idx="12"/>
          </p:nvPr>
        </p:nvSpPr>
        <p:spPr/>
        <p:txBody>
          <a:bodyPr/>
          <a:lstStyle/>
          <a:p>
            <a:fld id="{589DF8A6-85FE-4AF5-BEA1-6B187FEF4D6A}" type="slidenum">
              <a:rPr lang="en-US" smtClean="0"/>
              <a:pPr/>
              <a:t>3</a:t>
            </a:fld>
            <a:endParaRPr lang="en-US"/>
          </a:p>
        </p:txBody>
      </p:sp>
      <p:sp>
        <p:nvSpPr>
          <p:cNvPr id="6" name="Content Placeholder 5">
            <a:extLst>
              <a:ext uri="{FF2B5EF4-FFF2-40B4-BE49-F238E27FC236}">
                <a16:creationId xmlns:a16="http://schemas.microsoft.com/office/drawing/2014/main" id="{48C42729-3031-0274-C23E-66EDDFD72123}"/>
              </a:ext>
            </a:extLst>
          </p:cNvPr>
          <p:cNvSpPr>
            <a:spLocks noGrp="1"/>
          </p:cNvSpPr>
          <p:nvPr>
            <p:ph sz="quarter" idx="1"/>
          </p:nvPr>
        </p:nvSpPr>
        <p:spPr/>
        <p:txBody>
          <a:bodyPr>
            <a:normAutofit/>
          </a:bodyPr>
          <a:lstStyle/>
          <a:p>
            <a:r>
              <a:rPr lang="en-US" dirty="0"/>
              <a:t>to improve the relevance, reliability and comparability of the information that a reporting entity provides in its financial statements about a business combination and its effects.</a:t>
            </a:r>
          </a:p>
          <a:p>
            <a:endParaRPr lang="en-US" dirty="0"/>
          </a:p>
          <a:p>
            <a:r>
              <a:rPr lang="en-US" dirty="0"/>
              <a:t>does not apply to: </a:t>
            </a:r>
          </a:p>
          <a:p>
            <a:pPr lvl="1"/>
            <a:r>
              <a:rPr lang="en-US" dirty="0"/>
              <a:t> The accounting for the formation of a joint arrangement in the financial statements of the joint arrangement itself. </a:t>
            </a:r>
          </a:p>
          <a:p>
            <a:pPr lvl="1"/>
            <a:r>
              <a:rPr lang="en-US" dirty="0"/>
              <a:t>Acquisition of an asset or group of assets that is not a business. </a:t>
            </a:r>
          </a:p>
          <a:p>
            <a:pPr lvl="1"/>
            <a:r>
              <a:rPr lang="en-US" dirty="0"/>
              <a:t>A combination of entities or businesses under common control. </a:t>
            </a:r>
          </a:p>
          <a:p>
            <a:r>
              <a:rPr lang="en-US" dirty="0"/>
              <a:t> </a:t>
            </a:r>
          </a:p>
        </p:txBody>
      </p:sp>
    </p:spTree>
    <p:extLst>
      <p:ext uri="{BB962C8B-B14F-4D97-AF65-F5344CB8AC3E}">
        <p14:creationId xmlns:p14="http://schemas.microsoft.com/office/powerpoint/2010/main" val="4083508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dirty="0"/>
              <a:t>IFRS 3 – Key Definitions</a:t>
            </a:r>
          </a:p>
        </p:txBody>
      </p:sp>
      <p:sp>
        <p:nvSpPr>
          <p:cNvPr id="3" name="Date Placeholder 2"/>
          <p:cNvSpPr>
            <a:spLocks noGrp="1"/>
          </p:cNvSpPr>
          <p:nvPr>
            <p:ph type="dt" sz="half" idx="10"/>
          </p:nvPr>
        </p:nvSpPr>
        <p:spPr/>
        <p:txBody>
          <a:bodyPr/>
          <a:lstStyle/>
          <a:p>
            <a:fld id="{8FA05FBA-D699-4150-9391-C638FC9359E9}" type="datetime1">
              <a:rPr lang="en-US" smtClean="0"/>
              <a:t>1/25/2026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Content Placeholder 4"/>
          <p:cNvSpPr>
            <a:spLocks noGrp="1"/>
          </p:cNvSpPr>
          <p:nvPr>
            <p:ph sz="quarter" idx="1"/>
          </p:nvPr>
        </p:nvSpPr>
        <p:spPr>
          <a:xfrm>
            <a:off x="603504" y="1097280"/>
            <a:ext cx="8159496" cy="6037642"/>
          </a:xfrm>
        </p:spPr>
        <p:txBody>
          <a:bodyPr>
            <a:normAutofit/>
          </a:bodyPr>
          <a:lstStyle/>
          <a:p>
            <a:r>
              <a:rPr lang="en-US" sz="3200" dirty="0"/>
              <a:t>A business combination is:</a:t>
            </a:r>
          </a:p>
          <a:p>
            <a:pPr>
              <a:buNone/>
            </a:pPr>
            <a:r>
              <a:rPr lang="en-US" sz="3200" dirty="0"/>
              <a:t>	</a:t>
            </a:r>
            <a:r>
              <a:rPr lang="en-US" sz="3200" b="1" i="1" dirty="0"/>
              <a:t>Transaction or event in which an acquirer obtains control over a business, e.g. acquisition of shares or net assets, legal mergers, reverse acquisitions.</a:t>
            </a:r>
          </a:p>
          <a:p>
            <a:r>
              <a:rPr lang="en-US" sz="3200" dirty="0"/>
              <a:t>A business:</a:t>
            </a:r>
          </a:p>
          <a:p>
            <a:pPr marL="0" indent="0">
              <a:buNone/>
            </a:pPr>
            <a:r>
              <a:rPr lang="en-US" sz="3200" b="1" i="1" dirty="0"/>
              <a:t>consists of inputs and processes applied to those inputs that have the ability to create outputs. </a:t>
            </a:r>
          </a:p>
          <a:p>
            <a:endParaRPr lang="en-US" dirty="0"/>
          </a:p>
        </p:txBody>
      </p:sp>
      <p:sp>
        <p:nvSpPr>
          <p:cNvPr id="6" name="Slide Number Placeholder 5"/>
          <p:cNvSpPr>
            <a:spLocks noGrp="1"/>
          </p:cNvSpPr>
          <p:nvPr>
            <p:ph type="sldNum" sz="quarter" idx="12"/>
          </p:nvPr>
        </p:nvSpPr>
        <p:spPr/>
        <p:txBody>
          <a:bodyPr/>
          <a:lstStyle/>
          <a:p>
            <a:fld id="{589DF8A6-85FE-4AF5-BEA1-6B187FEF4D6A}"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13442-CC85-4DF3-59D1-136E708AC5E4}"/>
              </a:ext>
            </a:extLst>
          </p:cNvPr>
          <p:cNvSpPr>
            <a:spLocks noGrp="1"/>
          </p:cNvSpPr>
          <p:nvPr>
            <p:ph type="title"/>
          </p:nvPr>
        </p:nvSpPr>
        <p:spPr/>
        <p:txBody>
          <a:bodyPr/>
          <a:lstStyle/>
          <a:p>
            <a:r>
              <a:rPr lang="en-US" dirty="0"/>
              <a:t>IFRS 3 – ACQUISTION ACCOUNTING</a:t>
            </a:r>
            <a:endParaRPr lang="en-GB" dirty="0"/>
          </a:p>
        </p:txBody>
      </p:sp>
      <p:sp>
        <p:nvSpPr>
          <p:cNvPr id="3" name="Date Placeholder 2">
            <a:extLst>
              <a:ext uri="{FF2B5EF4-FFF2-40B4-BE49-F238E27FC236}">
                <a16:creationId xmlns:a16="http://schemas.microsoft.com/office/drawing/2014/main" id="{0D997C1E-2C51-C746-4EA9-947522EF7536}"/>
              </a:ext>
            </a:extLst>
          </p:cNvPr>
          <p:cNvSpPr>
            <a:spLocks noGrp="1"/>
          </p:cNvSpPr>
          <p:nvPr>
            <p:ph type="dt" sz="half" idx="10"/>
          </p:nvPr>
        </p:nvSpPr>
        <p:spPr/>
        <p:txBody>
          <a:bodyPr/>
          <a:lstStyle/>
          <a:p>
            <a:fld id="{779D8334-AEFA-424E-B6A9-A19F3BF2D7D8}" type="datetime1">
              <a:rPr lang="en-US" smtClean="0"/>
              <a:t>1/25/2026</a:t>
            </a:fld>
            <a:endParaRPr lang="en-US"/>
          </a:p>
        </p:txBody>
      </p:sp>
      <p:sp>
        <p:nvSpPr>
          <p:cNvPr id="4" name="Footer Placeholder 3">
            <a:extLst>
              <a:ext uri="{FF2B5EF4-FFF2-40B4-BE49-F238E27FC236}">
                <a16:creationId xmlns:a16="http://schemas.microsoft.com/office/drawing/2014/main" id="{5AA38625-DF04-B967-8CF0-7CFC02BB4BB8}"/>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81D7E54C-93C5-7563-0110-9BAD1A87DE83}"/>
              </a:ext>
            </a:extLst>
          </p:cNvPr>
          <p:cNvSpPr>
            <a:spLocks noGrp="1"/>
          </p:cNvSpPr>
          <p:nvPr>
            <p:ph type="sldNum" sz="quarter" idx="12"/>
          </p:nvPr>
        </p:nvSpPr>
        <p:spPr/>
        <p:txBody>
          <a:bodyPr/>
          <a:lstStyle/>
          <a:p>
            <a:fld id="{589DF8A6-85FE-4AF5-BEA1-6B187FEF4D6A}" type="slidenum">
              <a:rPr lang="en-US" smtClean="0"/>
              <a:pPr/>
              <a:t>5</a:t>
            </a:fld>
            <a:endParaRPr lang="en-US"/>
          </a:p>
        </p:txBody>
      </p:sp>
      <p:sp>
        <p:nvSpPr>
          <p:cNvPr id="6" name="Content Placeholder 5">
            <a:extLst>
              <a:ext uri="{FF2B5EF4-FFF2-40B4-BE49-F238E27FC236}">
                <a16:creationId xmlns:a16="http://schemas.microsoft.com/office/drawing/2014/main" id="{2F5CF1F5-B782-E888-E467-6403F0316238}"/>
              </a:ext>
            </a:extLst>
          </p:cNvPr>
          <p:cNvSpPr>
            <a:spLocks noGrp="1"/>
          </p:cNvSpPr>
          <p:nvPr>
            <p:ph sz="quarter" idx="1"/>
          </p:nvPr>
        </p:nvSpPr>
        <p:spPr/>
        <p:txBody>
          <a:bodyPr/>
          <a:lstStyle/>
          <a:p>
            <a:r>
              <a:rPr lang="en-US" sz="2800" dirty="0"/>
              <a:t>IFRS 3, requires a business combination to be accounted for using </a:t>
            </a:r>
            <a:r>
              <a:rPr lang="en-US" sz="2800" b="1" dirty="0">
                <a:solidFill>
                  <a:srgbClr val="FF0000"/>
                </a:solidFill>
              </a:rPr>
              <a:t>Acquisition Accounting</a:t>
            </a:r>
            <a:r>
              <a:rPr lang="en-US" sz="2800" dirty="0"/>
              <a:t>.</a:t>
            </a:r>
          </a:p>
          <a:p>
            <a:pPr>
              <a:buNone/>
            </a:pPr>
            <a:endParaRPr lang="en-US" sz="2800" dirty="0"/>
          </a:p>
          <a:p>
            <a:r>
              <a:rPr lang="en-US" sz="2800" dirty="0">
                <a:ea typeface="Adobe Gothic Std B" panose="020B0800000000000000" pitchFamily="34" charset="-128"/>
              </a:rPr>
              <a:t>means identifiable assets and liabilities are measured at their fair values</a:t>
            </a:r>
            <a:r>
              <a:rPr lang="en-US" sz="2800" b="1" dirty="0">
                <a:ea typeface="Adobe Gothic Std B" panose="020B0800000000000000" pitchFamily="34" charset="-128"/>
              </a:rPr>
              <a:t> </a:t>
            </a:r>
            <a:r>
              <a:rPr lang="en-US" sz="2800" dirty="0">
                <a:ea typeface="Adobe Gothic Std B" panose="020B0800000000000000" pitchFamily="34" charset="-128"/>
              </a:rPr>
              <a:t>at the date of acquisition. Bargain Purchase is recognized in P&amp;L. Goodwill is capitalised and impairment tested annually.</a:t>
            </a:r>
          </a:p>
          <a:p>
            <a:endParaRPr lang="en-GB" dirty="0"/>
          </a:p>
        </p:txBody>
      </p:sp>
    </p:spTree>
    <p:extLst>
      <p:ext uri="{BB962C8B-B14F-4D97-AF65-F5344CB8AC3E}">
        <p14:creationId xmlns:p14="http://schemas.microsoft.com/office/powerpoint/2010/main" val="3887941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r>
              <a:rPr lang="en-US"/>
              <a:t>IFRS 3 - Acquisition Accounting</a:t>
            </a:r>
          </a:p>
        </p:txBody>
      </p:sp>
      <p:sp>
        <p:nvSpPr>
          <p:cNvPr id="3" name="Date Placeholder 2"/>
          <p:cNvSpPr>
            <a:spLocks noGrp="1"/>
          </p:cNvSpPr>
          <p:nvPr>
            <p:ph type="dt" sz="half" idx="10"/>
          </p:nvPr>
        </p:nvSpPr>
        <p:spPr/>
        <p:txBody>
          <a:bodyPr/>
          <a:lstStyle/>
          <a:p>
            <a:fld id="{738436FB-1682-4E7B-9D13-821B20B738C8}" type="datetime1">
              <a:rPr lang="en-US" smtClean="0"/>
              <a:t>1/25/2026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Content Placeholder 4"/>
          <p:cNvSpPr>
            <a:spLocks noGrp="1"/>
          </p:cNvSpPr>
          <p:nvPr>
            <p:ph sz="quarter" idx="1"/>
          </p:nvPr>
        </p:nvSpPr>
        <p:spPr>
          <a:xfrm>
            <a:off x="146304" y="1066800"/>
            <a:ext cx="8540496" cy="5345430"/>
          </a:xfrm>
        </p:spPr>
        <p:txBody>
          <a:bodyPr>
            <a:normAutofit/>
          </a:bodyPr>
          <a:lstStyle/>
          <a:p>
            <a:pPr marL="0" indent="0">
              <a:lnSpc>
                <a:spcPct val="114000"/>
              </a:lnSpc>
            </a:pPr>
            <a:r>
              <a:rPr lang="en-US" dirty="0">
                <a:latin typeface="Adobe Gothic Std B" panose="020B0800000000000000" pitchFamily="34" charset="-128"/>
                <a:ea typeface="Adobe Gothic Std B" panose="020B0800000000000000" pitchFamily="34" charset="-128"/>
              </a:rPr>
              <a:t> </a:t>
            </a:r>
            <a:r>
              <a:rPr lang="en-US" sz="2800" dirty="0">
                <a:ea typeface="Adobe Gothic Std B" panose="020B0800000000000000" pitchFamily="34" charset="-128"/>
              </a:rPr>
              <a:t>Applying the acquisition method requires:</a:t>
            </a:r>
          </a:p>
          <a:p>
            <a:pPr marL="971550" lvl="1" indent="-514350">
              <a:lnSpc>
                <a:spcPct val="114000"/>
              </a:lnSpc>
              <a:buFont typeface="+mj-lt"/>
              <a:buAutoNum type="alphaLcParenR"/>
            </a:pPr>
            <a:r>
              <a:rPr lang="en-US" sz="2800" dirty="0">
                <a:ea typeface="Adobe Gothic Std B" panose="020B0800000000000000" pitchFamily="34" charset="-128"/>
              </a:rPr>
              <a:t>Identifying the acquirer; (entity with control)</a:t>
            </a:r>
          </a:p>
          <a:p>
            <a:pPr marL="971550" lvl="1" indent="-514350">
              <a:lnSpc>
                <a:spcPct val="114000"/>
              </a:lnSpc>
              <a:buFont typeface="+mj-lt"/>
              <a:buAutoNum type="alphaLcParenR"/>
            </a:pPr>
            <a:r>
              <a:rPr lang="en-US" sz="2800" dirty="0">
                <a:ea typeface="Adobe Gothic Std B" panose="020B0800000000000000" pitchFamily="34" charset="-128"/>
              </a:rPr>
              <a:t>determining the acquisition date; (date control is obtained)</a:t>
            </a:r>
          </a:p>
          <a:p>
            <a:pPr marL="971550" lvl="1" indent="-514350">
              <a:lnSpc>
                <a:spcPct val="114000"/>
              </a:lnSpc>
              <a:buFont typeface="+mj-lt"/>
              <a:buAutoNum type="alphaLcParenR"/>
            </a:pPr>
            <a:r>
              <a:rPr lang="en-US" sz="2800" dirty="0" err="1">
                <a:ea typeface="Adobe Gothic Std B" panose="020B0800000000000000" pitchFamily="34" charset="-128"/>
              </a:rPr>
              <a:t>recognising</a:t>
            </a:r>
            <a:r>
              <a:rPr lang="en-US" sz="2800" dirty="0">
                <a:ea typeface="Adobe Gothic Std B" panose="020B0800000000000000" pitchFamily="34" charset="-128"/>
              </a:rPr>
              <a:t> and measuring the identifiable assets acquired, the liabilities assumed and any NCI; and </a:t>
            </a:r>
          </a:p>
          <a:p>
            <a:pPr marL="971550" lvl="1" indent="-514350">
              <a:lnSpc>
                <a:spcPct val="114000"/>
              </a:lnSpc>
              <a:buFont typeface="+mj-lt"/>
              <a:buAutoNum type="alphaLcParenR"/>
            </a:pPr>
            <a:r>
              <a:rPr lang="en-US" sz="2800" dirty="0" err="1">
                <a:ea typeface="Adobe Gothic Std B" panose="020B0800000000000000" pitchFamily="34" charset="-128"/>
              </a:rPr>
              <a:t>recognising</a:t>
            </a:r>
            <a:r>
              <a:rPr lang="en-US" sz="2800" dirty="0">
                <a:ea typeface="Adobe Gothic Std B" panose="020B0800000000000000" pitchFamily="34" charset="-128"/>
              </a:rPr>
              <a:t> and measuring goodwill or a gain from a bargain purchase.</a:t>
            </a:r>
          </a:p>
          <a:p>
            <a:r>
              <a:rPr lang="en-US" sz="2800" dirty="0"/>
              <a:t>Important to note IFRS 3 is the standard applied on the date of acquisition</a:t>
            </a:r>
          </a:p>
        </p:txBody>
      </p:sp>
      <p:sp>
        <p:nvSpPr>
          <p:cNvPr id="6" name="Slide Number Placeholder 5"/>
          <p:cNvSpPr>
            <a:spLocks noGrp="1"/>
          </p:cNvSpPr>
          <p:nvPr>
            <p:ph type="sldNum" sz="quarter" idx="12"/>
          </p:nvPr>
        </p:nvSpPr>
        <p:spPr/>
        <p:txBody>
          <a:bodyPr/>
          <a:lstStyle/>
          <a:p>
            <a:fld id="{589DF8A6-85FE-4AF5-BEA1-6B187FEF4D6A}" type="slidenum">
              <a:rPr lang="en-US" smtClean="0"/>
              <a:pPr/>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92A8D-052A-4378-A975-52F748061A31}"/>
              </a:ext>
            </a:extLst>
          </p:cNvPr>
          <p:cNvSpPr>
            <a:spLocks noGrp="1"/>
          </p:cNvSpPr>
          <p:nvPr>
            <p:ph type="title"/>
          </p:nvPr>
        </p:nvSpPr>
        <p:spPr>
          <a:xfrm>
            <a:off x="914400" y="274638"/>
            <a:ext cx="7772400" cy="715962"/>
          </a:xfrm>
        </p:spPr>
        <p:txBody>
          <a:bodyPr>
            <a:noAutofit/>
          </a:bodyPr>
          <a:lstStyle/>
          <a:p>
            <a:r>
              <a:rPr lang="en-US" b="1"/>
              <a:t>Reflection</a:t>
            </a:r>
          </a:p>
        </p:txBody>
      </p:sp>
      <p:sp>
        <p:nvSpPr>
          <p:cNvPr id="3" name="Date Placeholder 2">
            <a:extLst>
              <a:ext uri="{FF2B5EF4-FFF2-40B4-BE49-F238E27FC236}">
                <a16:creationId xmlns:a16="http://schemas.microsoft.com/office/drawing/2014/main" id="{D2188C8A-B250-40B1-B714-C6237EF72E1B}"/>
              </a:ext>
            </a:extLst>
          </p:cNvPr>
          <p:cNvSpPr>
            <a:spLocks noGrp="1"/>
          </p:cNvSpPr>
          <p:nvPr>
            <p:ph type="dt" sz="half" idx="10"/>
          </p:nvPr>
        </p:nvSpPr>
        <p:spPr/>
        <p:txBody>
          <a:bodyPr/>
          <a:lstStyle/>
          <a:p>
            <a:fld id="{36C2210E-3E19-4E3B-A6E6-77CC232F76BD}" type="datetime1">
              <a:rPr lang="en-US" smtClean="0"/>
              <a:t>1/25/2026</a:t>
            </a:fld>
            <a:endParaRPr lang="en-US"/>
          </a:p>
        </p:txBody>
      </p:sp>
      <p:sp>
        <p:nvSpPr>
          <p:cNvPr id="4" name="Footer Placeholder 3">
            <a:extLst>
              <a:ext uri="{FF2B5EF4-FFF2-40B4-BE49-F238E27FC236}">
                <a16:creationId xmlns:a16="http://schemas.microsoft.com/office/drawing/2014/main" id="{79964064-5BC0-424D-97E9-0CA759599F98}"/>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DF219507-2EDA-464D-A4B7-6A420D660485}"/>
              </a:ext>
            </a:extLst>
          </p:cNvPr>
          <p:cNvSpPr>
            <a:spLocks noGrp="1"/>
          </p:cNvSpPr>
          <p:nvPr>
            <p:ph type="sldNum" sz="quarter" idx="12"/>
          </p:nvPr>
        </p:nvSpPr>
        <p:spPr/>
        <p:txBody>
          <a:bodyPr/>
          <a:lstStyle/>
          <a:p>
            <a:fld id="{589DF8A6-85FE-4AF5-BEA1-6B187FEF4D6A}" type="slidenum">
              <a:rPr lang="en-US" smtClean="0"/>
              <a:pPr/>
              <a:t>7</a:t>
            </a:fld>
            <a:endParaRPr lang="en-US"/>
          </a:p>
        </p:txBody>
      </p:sp>
      <p:sp>
        <p:nvSpPr>
          <p:cNvPr id="6" name="Content Placeholder 5">
            <a:extLst>
              <a:ext uri="{FF2B5EF4-FFF2-40B4-BE49-F238E27FC236}">
                <a16:creationId xmlns:a16="http://schemas.microsoft.com/office/drawing/2014/main" id="{E646E76A-AA3D-4616-903C-AFA753809CB0}"/>
              </a:ext>
            </a:extLst>
          </p:cNvPr>
          <p:cNvSpPr>
            <a:spLocks noGrp="1"/>
          </p:cNvSpPr>
          <p:nvPr>
            <p:ph sz="quarter" idx="1"/>
          </p:nvPr>
        </p:nvSpPr>
        <p:spPr/>
        <p:txBody>
          <a:bodyPr>
            <a:normAutofit/>
          </a:bodyPr>
          <a:lstStyle/>
          <a:p>
            <a:r>
              <a:rPr lang="en-US" sz="4000" dirty="0"/>
              <a:t>What have you learnt so far?</a:t>
            </a:r>
          </a:p>
          <a:p>
            <a:r>
              <a:rPr lang="en-US" sz="4000" dirty="0"/>
              <a:t>What have you written down?</a:t>
            </a:r>
          </a:p>
          <a:p>
            <a:r>
              <a:rPr lang="en-US" sz="4000" dirty="0"/>
              <a:t>What is not Clear?</a:t>
            </a:r>
          </a:p>
          <a:p>
            <a:endParaRPr lang="en-US" sz="4000" dirty="0"/>
          </a:p>
          <a:p>
            <a:r>
              <a:rPr lang="en-US" sz="4000" dirty="0"/>
              <a:t>Ask questions for clarifications</a:t>
            </a:r>
          </a:p>
        </p:txBody>
      </p:sp>
    </p:spTree>
    <p:extLst>
      <p:ext uri="{BB962C8B-B14F-4D97-AF65-F5344CB8AC3E}">
        <p14:creationId xmlns:p14="http://schemas.microsoft.com/office/powerpoint/2010/main" val="722174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6A8B-B317-1194-9ED8-1B73AEDF46FD}"/>
              </a:ext>
            </a:extLst>
          </p:cNvPr>
          <p:cNvSpPr>
            <a:spLocks noGrp="1"/>
          </p:cNvSpPr>
          <p:nvPr>
            <p:ph type="title"/>
          </p:nvPr>
        </p:nvSpPr>
        <p:spPr>
          <a:xfrm>
            <a:off x="603504" y="274638"/>
            <a:ext cx="8083296" cy="605472"/>
          </a:xfrm>
        </p:spPr>
        <p:txBody>
          <a:bodyPr>
            <a:normAutofit fontScale="90000"/>
          </a:bodyPr>
          <a:lstStyle/>
          <a:p>
            <a:r>
              <a:rPr lang="en-US" dirty="0"/>
              <a:t>IFRS 3 – Acquired Assets and Liabilities</a:t>
            </a:r>
            <a:endParaRPr lang="en-GB" dirty="0"/>
          </a:p>
        </p:txBody>
      </p:sp>
      <p:sp>
        <p:nvSpPr>
          <p:cNvPr id="3" name="Date Placeholder 2">
            <a:extLst>
              <a:ext uri="{FF2B5EF4-FFF2-40B4-BE49-F238E27FC236}">
                <a16:creationId xmlns:a16="http://schemas.microsoft.com/office/drawing/2014/main" id="{8B60EBA1-6767-7B13-7104-E84E5F61AEE0}"/>
              </a:ext>
            </a:extLst>
          </p:cNvPr>
          <p:cNvSpPr>
            <a:spLocks noGrp="1"/>
          </p:cNvSpPr>
          <p:nvPr>
            <p:ph type="dt" sz="half" idx="10"/>
          </p:nvPr>
        </p:nvSpPr>
        <p:spPr/>
        <p:txBody>
          <a:bodyPr/>
          <a:lstStyle/>
          <a:p>
            <a:fld id="{779D8334-AEFA-424E-B6A9-A19F3BF2D7D8}" type="datetime1">
              <a:rPr lang="en-US" smtClean="0"/>
              <a:t>1/25/2026</a:t>
            </a:fld>
            <a:endParaRPr lang="en-US"/>
          </a:p>
        </p:txBody>
      </p:sp>
      <p:sp>
        <p:nvSpPr>
          <p:cNvPr id="4" name="Footer Placeholder 3">
            <a:extLst>
              <a:ext uri="{FF2B5EF4-FFF2-40B4-BE49-F238E27FC236}">
                <a16:creationId xmlns:a16="http://schemas.microsoft.com/office/drawing/2014/main" id="{4FA2214F-A735-D87B-1457-97C4C5275D8C}"/>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35B5AD6D-1669-069B-815E-01D4BB9FCCC5}"/>
              </a:ext>
            </a:extLst>
          </p:cNvPr>
          <p:cNvSpPr>
            <a:spLocks noGrp="1"/>
          </p:cNvSpPr>
          <p:nvPr>
            <p:ph type="sldNum" sz="quarter" idx="12"/>
          </p:nvPr>
        </p:nvSpPr>
        <p:spPr/>
        <p:txBody>
          <a:bodyPr/>
          <a:lstStyle/>
          <a:p>
            <a:fld id="{589DF8A6-85FE-4AF5-BEA1-6B187FEF4D6A}" type="slidenum">
              <a:rPr lang="en-US" smtClean="0"/>
              <a:pPr/>
              <a:t>8</a:t>
            </a:fld>
            <a:endParaRPr lang="en-US"/>
          </a:p>
        </p:txBody>
      </p:sp>
      <p:sp>
        <p:nvSpPr>
          <p:cNvPr id="6" name="Content Placeholder 5">
            <a:extLst>
              <a:ext uri="{FF2B5EF4-FFF2-40B4-BE49-F238E27FC236}">
                <a16:creationId xmlns:a16="http://schemas.microsoft.com/office/drawing/2014/main" id="{0229024D-0AD3-AB48-1FBE-BF5623EFD721}"/>
              </a:ext>
            </a:extLst>
          </p:cNvPr>
          <p:cNvSpPr>
            <a:spLocks noGrp="1"/>
          </p:cNvSpPr>
          <p:nvPr>
            <p:ph sz="quarter" idx="1"/>
          </p:nvPr>
        </p:nvSpPr>
        <p:spPr>
          <a:xfrm>
            <a:off x="297180" y="1040130"/>
            <a:ext cx="8700516" cy="5170170"/>
          </a:xfrm>
        </p:spPr>
        <p:txBody>
          <a:bodyPr>
            <a:normAutofit/>
          </a:bodyPr>
          <a:lstStyle/>
          <a:p>
            <a:r>
              <a:rPr lang="en-US" dirty="0"/>
              <a:t>Recognition principle-Identifiable assets acquired, liabilities assumed, and non controlling interests in the acquiree, are recognised separately from goodwill. </a:t>
            </a:r>
          </a:p>
          <a:p>
            <a:r>
              <a:rPr lang="en-US" dirty="0"/>
              <a:t>Assets and liabilities recognised must meet the definition of assets and liabilities in the Conceptual Framework for Reporting (2018). </a:t>
            </a:r>
          </a:p>
          <a:p>
            <a:r>
              <a:rPr lang="en-US" dirty="0"/>
              <a:t> Measurement principle-All assets acquired and liabilities assumed in a business combination are measured at acquisition-date fair value. </a:t>
            </a:r>
          </a:p>
          <a:p>
            <a:pPr marL="0" indent="0">
              <a:buNone/>
            </a:pPr>
            <a:endParaRPr lang="en-US" dirty="0"/>
          </a:p>
          <a:p>
            <a:r>
              <a:rPr lang="en-US" dirty="0"/>
              <a:t>There are certain exceptions to the recognition and/or measurement principles which cover contingent liabilities, income taxes, employee benefits, indemnification assets, reacquired rights, share-based payments and assets held for sale. </a:t>
            </a:r>
            <a:endParaRPr lang="en-GB" dirty="0"/>
          </a:p>
        </p:txBody>
      </p:sp>
    </p:spTree>
    <p:extLst>
      <p:ext uri="{BB962C8B-B14F-4D97-AF65-F5344CB8AC3E}">
        <p14:creationId xmlns:p14="http://schemas.microsoft.com/office/powerpoint/2010/main" val="1033810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83CC9-A876-4758-EEBF-77AC7EE87A9E}"/>
              </a:ext>
            </a:extLst>
          </p:cNvPr>
          <p:cNvSpPr>
            <a:spLocks noGrp="1"/>
          </p:cNvSpPr>
          <p:nvPr>
            <p:ph type="title"/>
          </p:nvPr>
        </p:nvSpPr>
        <p:spPr>
          <a:xfrm>
            <a:off x="146304" y="274638"/>
            <a:ext cx="8540496" cy="1143000"/>
          </a:xfrm>
        </p:spPr>
        <p:txBody>
          <a:bodyPr/>
          <a:lstStyle/>
          <a:p>
            <a:r>
              <a:rPr lang="en-US" dirty="0"/>
              <a:t>IFRS 3 – Non-controlling Interest (NCI)</a:t>
            </a:r>
            <a:endParaRPr lang="en-GB" dirty="0"/>
          </a:p>
        </p:txBody>
      </p:sp>
      <p:sp>
        <p:nvSpPr>
          <p:cNvPr id="3" name="Date Placeholder 2">
            <a:extLst>
              <a:ext uri="{FF2B5EF4-FFF2-40B4-BE49-F238E27FC236}">
                <a16:creationId xmlns:a16="http://schemas.microsoft.com/office/drawing/2014/main" id="{B9B6D877-0EAB-5AFD-136C-BDBE873FE404}"/>
              </a:ext>
            </a:extLst>
          </p:cNvPr>
          <p:cNvSpPr>
            <a:spLocks noGrp="1"/>
          </p:cNvSpPr>
          <p:nvPr>
            <p:ph type="dt" sz="half" idx="10"/>
          </p:nvPr>
        </p:nvSpPr>
        <p:spPr/>
        <p:txBody>
          <a:bodyPr/>
          <a:lstStyle/>
          <a:p>
            <a:fld id="{779D8334-AEFA-424E-B6A9-A19F3BF2D7D8}" type="datetime1">
              <a:rPr lang="en-US" smtClean="0"/>
              <a:t>1/26/2026</a:t>
            </a:fld>
            <a:endParaRPr lang="en-US"/>
          </a:p>
        </p:txBody>
      </p:sp>
      <p:sp>
        <p:nvSpPr>
          <p:cNvPr id="4" name="Footer Placeholder 3">
            <a:extLst>
              <a:ext uri="{FF2B5EF4-FFF2-40B4-BE49-F238E27FC236}">
                <a16:creationId xmlns:a16="http://schemas.microsoft.com/office/drawing/2014/main" id="{BDF65B9F-918B-598D-3DE5-BD2BAF9C1DDD}"/>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53D821DB-0599-23A9-5EBF-987FC93DB084}"/>
              </a:ext>
            </a:extLst>
          </p:cNvPr>
          <p:cNvSpPr>
            <a:spLocks noGrp="1"/>
          </p:cNvSpPr>
          <p:nvPr>
            <p:ph type="sldNum" sz="quarter" idx="12"/>
          </p:nvPr>
        </p:nvSpPr>
        <p:spPr/>
        <p:txBody>
          <a:bodyPr/>
          <a:lstStyle/>
          <a:p>
            <a:fld id="{589DF8A6-85FE-4AF5-BEA1-6B187FEF4D6A}" type="slidenum">
              <a:rPr lang="en-US" smtClean="0"/>
              <a:pPr/>
              <a:t>9</a:t>
            </a:fld>
            <a:endParaRPr lang="en-US"/>
          </a:p>
        </p:txBody>
      </p:sp>
      <p:sp>
        <p:nvSpPr>
          <p:cNvPr id="6" name="Content Placeholder 5">
            <a:extLst>
              <a:ext uri="{FF2B5EF4-FFF2-40B4-BE49-F238E27FC236}">
                <a16:creationId xmlns:a16="http://schemas.microsoft.com/office/drawing/2014/main" id="{2D9E649F-5700-DF02-04E7-615B524E2AFC}"/>
              </a:ext>
            </a:extLst>
          </p:cNvPr>
          <p:cNvSpPr>
            <a:spLocks noGrp="1"/>
          </p:cNvSpPr>
          <p:nvPr>
            <p:ph sz="quarter" idx="1"/>
          </p:nvPr>
        </p:nvSpPr>
        <p:spPr>
          <a:xfrm>
            <a:off x="234176" y="1417637"/>
            <a:ext cx="8452624" cy="4882801"/>
          </a:xfrm>
        </p:spPr>
        <p:txBody>
          <a:bodyPr>
            <a:normAutofit lnSpcReduction="10000"/>
          </a:bodyPr>
          <a:lstStyle/>
          <a:p>
            <a:r>
              <a:rPr lang="en-US" sz="2800" dirty="0"/>
              <a:t>Consolidation is about control and ownership.</a:t>
            </a:r>
          </a:p>
          <a:p>
            <a:r>
              <a:rPr lang="en-US" sz="2800" dirty="0"/>
              <a:t>An entity may control but not have full ownership</a:t>
            </a:r>
          </a:p>
          <a:p>
            <a:r>
              <a:rPr lang="en-US" sz="2800" dirty="0"/>
              <a:t>Control gives right to consolidate</a:t>
            </a:r>
          </a:p>
          <a:p>
            <a:r>
              <a:rPr lang="en-US" sz="2800" dirty="0"/>
              <a:t>Ownership determines percentage shareholding for consolidation calculations</a:t>
            </a:r>
          </a:p>
          <a:p>
            <a:r>
              <a:rPr lang="en-US" sz="2800" dirty="0"/>
              <a:t>100% ownership means no NCI</a:t>
            </a:r>
          </a:p>
          <a:p>
            <a:r>
              <a:rPr lang="en-US" sz="2800" dirty="0"/>
              <a:t>Partial ownership gives rise to NCI (e.g. P=80% NCI=20%)</a:t>
            </a:r>
          </a:p>
          <a:p>
            <a:r>
              <a:rPr lang="en-US" dirty="0"/>
              <a:t>NCI  are measured at acquisition-date fair value or at  NCI’s proportionate share in net assets acquired.</a:t>
            </a:r>
          </a:p>
          <a:p>
            <a:r>
              <a:rPr lang="en-US" dirty="0"/>
              <a:t>The two methods will result in different amounts for goodwill and NCI. </a:t>
            </a:r>
          </a:p>
          <a:p>
            <a:endParaRPr lang="en-GB" dirty="0"/>
          </a:p>
        </p:txBody>
      </p:sp>
    </p:spTree>
    <p:extLst>
      <p:ext uri="{BB962C8B-B14F-4D97-AF65-F5344CB8AC3E}">
        <p14:creationId xmlns:p14="http://schemas.microsoft.com/office/powerpoint/2010/main" val="3347310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29BD6-80A8-6CEA-9514-28D007C46D32}"/>
              </a:ext>
            </a:extLst>
          </p:cNvPr>
          <p:cNvSpPr>
            <a:spLocks noGrp="1"/>
          </p:cNvSpPr>
          <p:nvPr>
            <p:ph type="title"/>
          </p:nvPr>
        </p:nvSpPr>
        <p:spPr>
          <a:xfrm>
            <a:off x="267629" y="274638"/>
            <a:ext cx="8419171" cy="650913"/>
          </a:xfrm>
        </p:spPr>
        <p:txBody>
          <a:bodyPr>
            <a:normAutofit fontScale="90000"/>
          </a:bodyPr>
          <a:lstStyle/>
          <a:p>
            <a:r>
              <a:rPr lang="en-US" dirty="0"/>
              <a:t>IFRS 3 – Goodwill and Bargain Purchase</a:t>
            </a:r>
            <a:endParaRPr lang="en-GB" dirty="0"/>
          </a:p>
        </p:txBody>
      </p:sp>
      <p:sp>
        <p:nvSpPr>
          <p:cNvPr id="3" name="Date Placeholder 2">
            <a:extLst>
              <a:ext uri="{FF2B5EF4-FFF2-40B4-BE49-F238E27FC236}">
                <a16:creationId xmlns:a16="http://schemas.microsoft.com/office/drawing/2014/main" id="{BBE2C92C-3166-A69C-2CB6-3F499F2F70C0}"/>
              </a:ext>
            </a:extLst>
          </p:cNvPr>
          <p:cNvSpPr>
            <a:spLocks noGrp="1"/>
          </p:cNvSpPr>
          <p:nvPr>
            <p:ph type="dt" sz="half" idx="10"/>
          </p:nvPr>
        </p:nvSpPr>
        <p:spPr/>
        <p:txBody>
          <a:bodyPr/>
          <a:lstStyle/>
          <a:p>
            <a:fld id="{779D8334-AEFA-424E-B6A9-A19F3BF2D7D8}" type="datetime1">
              <a:rPr lang="en-US" smtClean="0"/>
              <a:t>1/26/2026</a:t>
            </a:fld>
            <a:endParaRPr lang="en-US"/>
          </a:p>
        </p:txBody>
      </p:sp>
      <p:sp>
        <p:nvSpPr>
          <p:cNvPr id="4" name="Footer Placeholder 3">
            <a:extLst>
              <a:ext uri="{FF2B5EF4-FFF2-40B4-BE49-F238E27FC236}">
                <a16:creationId xmlns:a16="http://schemas.microsoft.com/office/drawing/2014/main" id="{B3C5202A-4F20-15A0-F967-2CEB5D5850A9}"/>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40B44874-CE6E-D38F-132D-B0386AE3BA81}"/>
              </a:ext>
            </a:extLst>
          </p:cNvPr>
          <p:cNvSpPr>
            <a:spLocks noGrp="1"/>
          </p:cNvSpPr>
          <p:nvPr>
            <p:ph type="sldNum" sz="quarter" idx="12"/>
          </p:nvPr>
        </p:nvSpPr>
        <p:spPr/>
        <p:txBody>
          <a:bodyPr/>
          <a:lstStyle/>
          <a:p>
            <a:fld id="{589DF8A6-85FE-4AF5-BEA1-6B187FEF4D6A}" type="slidenum">
              <a:rPr lang="en-US" smtClean="0"/>
              <a:pPr/>
              <a:t>10</a:t>
            </a:fld>
            <a:endParaRPr lang="en-US"/>
          </a:p>
        </p:txBody>
      </p:sp>
      <p:sp>
        <p:nvSpPr>
          <p:cNvPr id="6" name="Content Placeholder 5">
            <a:extLst>
              <a:ext uri="{FF2B5EF4-FFF2-40B4-BE49-F238E27FC236}">
                <a16:creationId xmlns:a16="http://schemas.microsoft.com/office/drawing/2014/main" id="{967DA6FE-AC68-EBD0-22D3-CE8588953E57}"/>
              </a:ext>
            </a:extLst>
          </p:cNvPr>
          <p:cNvSpPr>
            <a:spLocks noGrp="1"/>
          </p:cNvSpPr>
          <p:nvPr>
            <p:ph sz="quarter" idx="1"/>
          </p:nvPr>
        </p:nvSpPr>
        <p:spPr>
          <a:xfrm>
            <a:off x="267629" y="1037063"/>
            <a:ext cx="8731405" cy="4982737"/>
          </a:xfrm>
        </p:spPr>
        <p:txBody>
          <a:bodyPr>
            <a:normAutofit fontScale="92500" lnSpcReduction="20000"/>
          </a:bodyPr>
          <a:lstStyle/>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r>
              <a:rPr kumimoji="0" lang="en-US" sz="2800" b="0" i="0" u="none" strike="noStrike" kern="1200" cap="none" spc="0" normalizeH="0" baseline="0" noProof="0" dirty="0">
                <a:ln>
                  <a:noFill/>
                </a:ln>
                <a:solidFill>
                  <a:prstClr val="black"/>
                </a:solidFill>
                <a:effectLst/>
                <a:uLnTx/>
                <a:uFillTx/>
                <a:latin typeface="Arial Narrow" pitchFamily="34" charset="0"/>
                <a:ea typeface="+mn-ea"/>
                <a:cs typeface="+mn-cs"/>
              </a:rPr>
              <a:t>Goodwill- excess of purchase consideration (PC) over net assets acquired. </a:t>
            </a:r>
            <a:endParaRPr lang="en-US" sz="2800" dirty="0">
              <a:solidFill>
                <a:prstClr val="black"/>
              </a:solidFill>
              <a:latin typeface="Arial Narrow" pitchFamily="34" charset="0"/>
            </a:endParaRP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r>
              <a:rPr kumimoji="0" lang="en-US" sz="2800" b="0" i="0" u="none" strike="noStrike" kern="1200" cap="none" spc="0" normalizeH="0" baseline="0" noProof="0" dirty="0">
                <a:ln>
                  <a:noFill/>
                </a:ln>
                <a:solidFill>
                  <a:prstClr val="black"/>
                </a:solidFill>
                <a:effectLst/>
                <a:uLnTx/>
                <a:uFillTx/>
                <a:latin typeface="Arial Narrow" pitchFamily="34" charset="0"/>
                <a:ea typeface="+mn-ea"/>
                <a:cs typeface="+mn-cs"/>
              </a:rPr>
              <a:t>Means PC is greater than net assets acquired.</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r>
              <a:rPr kumimoji="0" lang="en-US" sz="2800" b="0" i="0" u="none" strike="noStrike" kern="1200" cap="none" spc="0" normalizeH="0" baseline="0" noProof="0" dirty="0">
                <a:ln>
                  <a:noFill/>
                </a:ln>
                <a:solidFill>
                  <a:prstClr val="black"/>
                </a:solidFill>
                <a:effectLst/>
                <a:uLnTx/>
                <a:uFillTx/>
                <a:latin typeface="Arial Narrow" pitchFamily="34" charset="0"/>
                <a:ea typeface="+mn-ea"/>
                <a:cs typeface="+mn-cs"/>
              </a:rPr>
              <a:t>Entities have two options – Partial method and Full Method.</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r>
              <a:rPr kumimoji="0" lang="en-US" sz="2800" b="0" i="0" u="none" strike="noStrike" kern="1200" cap="none" spc="0" normalizeH="0" baseline="0" noProof="0" dirty="0">
                <a:ln>
                  <a:noFill/>
                </a:ln>
                <a:solidFill>
                  <a:prstClr val="black"/>
                </a:solidFill>
                <a:effectLst/>
                <a:uLnTx/>
                <a:uFillTx/>
                <a:latin typeface="Arial Narrow" pitchFamily="34" charset="0"/>
                <a:ea typeface="+mn-ea"/>
                <a:cs typeface="+mn-cs"/>
              </a:rPr>
              <a:t>Choice dependent on policy on measurement of NCI </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r>
              <a:rPr kumimoji="0" lang="en-US" sz="2800" b="0" i="0" u="none" strike="noStrike" kern="1200" cap="none" spc="0" normalizeH="0" baseline="0" noProof="0" dirty="0">
                <a:ln>
                  <a:noFill/>
                </a:ln>
                <a:solidFill>
                  <a:prstClr val="black"/>
                </a:solidFill>
                <a:effectLst/>
                <a:uLnTx/>
                <a:uFillTx/>
                <a:latin typeface="Arial Narrow" pitchFamily="34" charset="0"/>
                <a:ea typeface="+mn-ea"/>
                <a:cs typeface="+mn-cs"/>
              </a:rPr>
              <a:t>Partial Method/Proportion of Net Assets Acquired - does not include GW for NCI. Calculates Goodwill for Parent only.</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Char char=""/>
              <a:tabLst/>
              <a:defRPr/>
            </a:pPr>
            <a:r>
              <a:rPr kumimoji="0" lang="en-US" sz="2800" b="0" i="0" u="none" strike="noStrike" kern="1200" cap="none" spc="0" normalizeH="0" baseline="0" noProof="0" dirty="0">
                <a:ln>
                  <a:noFill/>
                </a:ln>
                <a:solidFill>
                  <a:prstClr val="black"/>
                </a:solidFill>
                <a:effectLst/>
                <a:uLnTx/>
                <a:uFillTx/>
                <a:latin typeface="Arial Narrow" pitchFamily="34" charset="0"/>
                <a:ea typeface="+mn-ea"/>
                <a:cs typeface="+mn-cs"/>
              </a:rPr>
              <a:t>Compares acquirer’s share of net assets acquired with purchase consideration paid to determine goodwill </a:t>
            </a:r>
          </a:p>
          <a:p>
            <a:pPr marL="274320" marR="0" lvl="0" indent="-274320" algn="l" defTabSz="914400" rtl="0" eaLnBrk="1" fontAlgn="auto" latinLnBrk="0" hangingPunct="1">
              <a:lnSpc>
                <a:spcPct val="100000"/>
              </a:lnSpc>
              <a:spcBef>
                <a:spcPts val="580"/>
              </a:spcBef>
              <a:spcAft>
                <a:spcPts val="0"/>
              </a:spcAft>
              <a:buClr>
                <a:srgbClr val="D34817"/>
              </a:buClr>
              <a:buSzPct val="85000"/>
              <a:buFont typeface="Wingdings 2"/>
              <a:buNone/>
              <a:tabLst/>
              <a:defRPr/>
            </a:pPr>
            <a:endParaRPr kumimoji="0" lang="en-US" sz="2800" b="0" i="0" u="none" strike="noStrike" kern="1200" cap="none" spc="0" normalizeH="0" baseline="0" noProof="0" dirty="0">
              <a:ln>
                <a:noFill/>
              </a:ln>
              <a:solidFill>
                <a:prstClr val="black"/>
              </a:solidFill>
              <a:effectLst/>
              <a:uLnTx/>
              <a:uFillTx/>
              <a:latin typeface="Arial Narrow" pitchFamily="34" charset="0"/>
              <a:ea typeface="+mn-ea"/>
              <a:cs typeface="+mn-cs"/>
            </a:endParaRPr>
          </a:p>
          <a:p>
            <a:pPr>
              <a:buNone/>
            </a:pPr>
            <a:r>
              <a:rPr lang="en-US" sz="2800" b="1" dirty="0">
                <a:highlight>
                  <a:srgbClr val="FFFF00"/>
                </a:highlight>
                <a:latin typeface="Arial Narrow" pitchFamily="34" charset="0"/>
              </a:rPr>
              <a:t>GW=PC-(% of Net Assets acquired) or </a:t>
            </a:r>
          </a:p>
          <a:p>
            <a:pPr>
              <a:buNone/>
            </a:pPr>
            <a:r>
              <a:rPr lang="en-US" sz="2800" b="1" dirty="0">
                <a:highlight>
                  <a:srgbClr val="FFFF00"/>
                </a:highlight>
                <a:latin typeface="Arial Narrow" pitchFamily="34" charset="0"/>
              </a:rPr>
              <a:t>GW = PC+NCI proportion of Net Assets -(Total Net Assets Acquired)</a:t>
            </a:r>
          </a:p>
          <a:p>
            <a:endParaRPr lang="en-GB" dirty="0"/>
          </a:p>
        </p:txBody>
      </p:sp>
    </p:spTree>
    <p:extLst>
      <p:ext uri="{BB962C8B-B14F-4D97-AF65-F5344CB8AC3E}">
        <p14:creationId xmlns:p14="http://schemas.microsoft.com/office/powerpoint/2010/main" val="3185314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15A00-BB32-8699-2C07-5C17CBA087E9}"/>
              </a:ext>
            </a:extLst>
          </p:cNvPr>
          <p:cNvSpPr>
            <a:spLocks noGrp="1"/>
          </p:cNvSpPr>
          <p:nvPr>
            <p:ph type="title"/>
          </p:nvPr>
        </p:nvSpPr>
        <p:spPr>
          <a:xfrm>
            <a:off x="278780" y="274638"/>
            <a:ext cx="8408020" cy="662064"/>
          </a:xfrm>
        </p:spPr>
        <p:txBody>
          <a:bodyPr>
            <a:normAutofit fontScale="90000"/>
          </a:bodyPr>
          <a:lstStyle/>
          <a:p>
            <a:r>
              <a:rPr lang="en-US" dirty="0"/>
              <a:t>IFRS 3 – Goodwill and Bargain Purchase</a:t>
            </a:r>
            <a:endParaRPr lang="en-GB" dirty="0"/>
          </a:p>
        </p:txBody>
      </p:sp>
      <p:sp>
        <p:nvSpPr>
          <p:cNvPr id="3" name="Date Placeholder 2">
            <a:extLst>
              <a:ext uri="{FF2B5EF4-FFF2-40B4-BE49-F238E27FC236}">
                <a16:creationId xmlns:a16="http://schemas.microsoft.com/office/drawing/2014/main" id="{96131210-D98E-3963-599A-DE972A977A98}"/>
              </a:ext>
            </a:extLst>
          </p:cNvPr>
          <p:cNvSpPr>
            <a:spLocks noGrp="1"/>
          </p:cNvSpPr>
          <p:nvPr>
            <p:ph type="dt" sz="half" idx="10"/>
          </p:nvPr>
        </p:nvSpPr>
        <p:spPr/>
        <p:txBody>
          <a:bodyPr/>
          <a:lstStyle/>
          <a:p>
            <a:fld id="{779D8334-AEFA-424E-B6A9-A19F3BF2D7D8}" type="datetime1">
              <a:rPr lang="en-US" smtClean="0"/>
              <a:t>1/26/2026</a:t>
            </a:fld>
            <a:endParaRPr lang="en-US"/>
          </a:p>
        </p:txBody>
      </p:sp>
      <p:sp>
        <p:nvSpPr>
          <p:cNvPr id="4" name="Footer Placeholder 3">
            <a:extLst>
              <a:ext uri="{FF2B5EF4-FFF2-40B4-BE49-F238E27FC236}">
                <a16:creationId xmlns:a16="http://schemas.microsoft.com/office/drawing/2014/main" id="{4627BD14-9B1C-8D72-A6CD-189C20C4FE2B}"/>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BA39A2A7-BC21-0C00-D315-EDBFD5238FE8}"/>
              </a:ext>
            </a:extLst>
          </p:cNvPr>
          <p:cNvSpPr>
            <a:spLocks noGrp="1"/>
          </p:cNvSpPr>
          <p:nvPr>
            <p:ph type="sldNum" sz="quarter" idx="12"/>
          </p:nvPr>
        </p:nvSpPr>
        <p:spPr/>
        <p:txBody>
          <a:bodyPr/>
          <a:lstStyle/>
          <a:p>
            <a:fld id="{589DF8A6-85FE-4AF5-BEA1-6B187FEF4D6A}" type="slidenum">
              <a:rPr lang="en-US" smtClean="0"/>
              <a:pPr/>
              <a:t>11</a:t>
            </a:fld>
            <a:endParaRPr lang="en-US"/>
          </a:p>
        </p:txBody>
      </p:sp>
      <p:sp>
        <p:nvSpPr>
          <p:cNvPr id="6" name="Content Placeholder 5">
            <a:extLst>
              <a:ext uri="{FF2B5EF4-FFF2-40B4-BE49-F238E27FC236}">
                <a16:creationId xmlns:a16="http://schemas.microsoft.com/office/drawing/2014/main" id="{90EC3F4C-48C9-6EE9-D37E-5F1DA2B31F36}"/>
              </a:ext>
            </a:extLst>
          </p:cNvPr>
          <p:cNvSpPr>
            <a:spLocks noGrp="1"/>
          </p:cNvSpPr>
          <p:nvPr>
            <p:ph sz="quarter" idx="1"/>
          </p:nvPr>
        </p:nvSpPr>
        <p:spPr>
          <a:xfrm>
            <a:off x="412595" y="936702"/>
            <a:ext cx="8274205" cy="5083098"/>
          </a:xfrm>
        </p:spPr>
        <p:txBody>
          <a:bodyPr/>
          <a:lstStyle/>
          <a:p>
            <a:endParaRPr lang="en-US" sz="2800" dirty="0"/>
          </a:p>
          <a:p>
            <a:r>
              <a:rPr lang="en-US" sz="2800" dirty="0"/>
              <a:t>Full Method / Fair Value Method- calculates GW for both Parent and NCI. </a:t>
            </a:r>
          </a:p>
          <a:p>
            <a:r>
              <a:rPr lang="en-US" sz="2800" dirty="0"/>
              <a:t>Compares  total net assets acquired with PC and FV of NCI. </a:t>
            </a:r>
          </a:p>
          <a:p>
            <a:endParaRPr lang="en-US" sz="2800" dirty="0"/>
          </a:p>
          <a:p>
            <a:pPr>
              <a:buNone/>
            </a:pPr>
            <a:r>
              <a:rPr lang="en-US" sz="2800" b="1" dirty="0">
                <a:highlight>
                  <a:srgbClr val="FFFF00"/>
                </a:highlight>
              </a:rPr>
              <a:t>GW=(PC+FV of NCI)-Net Assets Acquired.</a:t>
            </a:r>
          </a:p>
          <a:p>
            <a:pPr>
              <a:buNone/>
            </a:pPr>
            <a:r>
              <a:rPr lang="en-US" sz="2800" dirty="0"/>
              <a:t>	</a:t>
            </a:r>
            <a:r>
              <a:rPr lang="en-US" sz="2800" b="1" i="1" dirty="0">
                <a:solidFill>
                  <a:srgbClr val="FF0000"/>
                </a:solidFill>
              </a:rPr>
              <a:t>Take note of the issues of Control and Ownership</a:t>
            </a:r>
          </a:p>
          <a:p>
            <a:endParaRPr lang="en-GB" dirty="0"/>
          </a:p>
        </p:txBody>
      </p:sp>
    </p:spTree>
    <p:extLst>
      <p:ext uri="{BB962C8B-B14F-4D97-AF65-F5344CB8AC3E}">
        <p14:creationId xmlns:p14="http://schemas.microsoft.com/office/powerpoint/2010/main" val="716798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1E8AB-058A-C2BD-4DF6-3DB4E19BBB86}"/>
              </a:ext>
            </a:extLst>
          </p:cNvPr>
          <p:cNvSpPr>
            <a:spLocks noGrp="1"/>
          </p:cNvSpPr>
          <p:nvPr>
            <p:ph type="title"/>
          </p:nvPr>
        </p:nvSpPr>
        <p:spPr>
          <a:xfrm>
            <a:off x="146304" y="274638"/>
            <a:ext cx="8540496" cy="563562"/>
          </a:xfrm>
        </p:spPr>
        <p:txBody>
          <a:bodyPr>
            <a:normAutofit fontScale="90000"/>
          </a:bodyPr>
          <a:lstStyle/>
          <a:p>
            <a:r>
              <a:rPr lang="en-US" dirty="0"/>
              <a:t>IFRS 3 – Goodwill and Bargain Purchase</a:t>
            </a:r>
            <a:endParaRPr lang="en-GB" dirty="0"/>
          </a:p>
        </p:txBody>
      </p:sp>
      <p:sp>
        <p:nvSpPr>
          <p:cNvPr id="3" name="Date Placeholder 2">
            <a:extLst>
              <a:ext uri="{FF2B5EF4-FFF2-40B4-BE49-F238E27FC236}">
                <a16:creationId xmlns:a16="http://schemas.microsoft.com/office/drawing/2014/main" id="{9967CDAE-917B-B8D0-0AEC-3C3D1E59D6BA}"/>
              </a:ext>
            </a:extLst>
          </p:cNvPr>
          <p:cNvSpPr>
            <a:spLocks noGrp="1"/>
          </p:cNvSpPr>
          <p:nvPr>
            <p:ph type="dt" sz="half" idx="10"/>
          </p:nvPr>
        </p:nvSpPr>
        <p:spPr/>
        <p:txBody>
          <a:bodyPr/>
          <a:lstStyle/>
          <a:p>
            <a:fld id="{779D8334-AEFA-424E-B6A9-A19F3BF2D7D8}" type="datetime1">
              <a:rPr lang="en-US" smtClean="0"/>
              <a:t>1/25/2026</a:t>
            </a:fld>
            <a:endParaRPr lang="en-US"/>
          </a:p>
        </p:txBody>
      </p:sp>
      <p:sp>
        <p:nvSpPr>
          <p:cNvPr id="4" name="Footer Placeholder 3">
            <a:extLst>
              <a:ext uri="{FF2B5EF4-FFF2-40B4-BE49-F238E27FC236}">
                <a16:creationId xmlns:a16="http://schemas.microsoft.com/office/drawing/2014/main" id="{6289DA11-78F4-096C-8E18-62DA45F24564}"/>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8545A2A0-ADA7-0A94-C07D-810114FF0078}"/>
              </a:ext>
            </a:extLst>
          </p:cNvPr>
          <p:cNvSpPr>
            <a:spLocks noGrp="1"/>
          </p:cNvSpPr>
          <p:nvPr>
            <p:ph type="sldNum" sz="quarter" idx="12"/>
          </p:nvPr>
        </p:nvSpPr>
        <p:spPr/>
        <p:txBody>
          <a:bodyPr/>
          <a:lstStyle/>
          <a:p>
            <a:fld id="{589DF8A6-85FE-4AF5-BEA1-6B187FEF4D6A}" type="slidenum">
              <a:rPr lang="en-US" smtClean="0"/>
              <a:pPr/>
              <a:t>12</a:t>
            </a:fld>
            <a:endParaRPr lang="en-US"/>
          </a:p>
        </p:txBody>
      </p:sp>
      <p:sp>
        <p:nvSpPr>
          <p:cNvPr id="6" name="Content Placeholder 5">
            <a:extLst>
              <a:ext uri="{FF2B5EF4-FFF2-40B4-BE49-F238E27FC236}">
                <a16:creationId xmlns:a16="http://schemas.microsoft.com/office/drawing/2014/main" id="{B671932B-37CC-DF04-B5FE-80C66F02B331}"/>
              </a:ext>
            </a:extLst>
          </p:cNvPr>
          <p:cNvSpPr>
            <a:spLocks noGrp="1"/>
          </p:cNvSpPr>
          <p:nvPr>
            <p:ph sz="quarter" idx="1"/>
          </p:nvPr>
        </p:nvSpPr>
        <p:spPr>
          <a:xfrm>
            <a:off x="334537" y="1159727"/>
            <a:ext cx="8631043" cy="4860073"/>
          </a:xfrm>
        </p:spPr>
        <p:txBody>
          <a:bodyPr>
            <a:normAutofit fontScale="92500" lnSpcReduction="10000"/>
          </a:bodyPr>
          <a:lstStyle/>
          <a:p>
            <a:pPr>
              <a:buNone/>
            </a:pPr>
            <a:r>
              <a:rPr lang="en-US" sz="2800" b="1" dirty="0"/>
              <a:t>Positive Goodwill – Non-current Asset</a:t>
            </a:r>
          </a:p>
          <a:p>
            <a:r>
              <a:rPr lang="en-US" sz="2800" dirty="0" err="1"/>
              <a:t>Capitalise</a:t>
            </a:r>
            <a:r>
              <a:rPr lang="en-US" sz="2800" dirty="0"/>
              <a:t> as an intangible asset</a:t>
            </a:r>
          </a:p>
          <a:p>
            <a:r>
              <a:rPr lang="en-US" sz="2800" dirty="0"/>
              <a:t>Test annually for possible impairment</a:t>
            </a:r>
          </a:p>
          <a:p>
            <a:r>
              <a:rPr lang="en-US" sz="2800" dirty="0" err="1"/>
              <a:t>Amortisation</a:t>
            </a:r>
            <a:r>
              <a:rPr lang="en-US" sz="2800" dirty="0"/>
              <a:t> not permitted by the standard.</a:t>
            </a:r>
          </a:p>
          <a:p>
            <a:pPr>
              <a:buNone/>
            </a:pPr>
            <a:r>
              <a:rPr lang="en-US" sz="2800" dirty="0"/>
              <a:t>	</a:t>
            </a:r>
            <a:r>
              <a:rPr lang="en-US" sz="2800" b="1" i="1" dirty="0">
                <a:solidFill>
                  <a:srgbClr val="FF0000"/>
                </a:solidFill>
              </a:rPr>
              <a:t>Impairment is accounted based on the method used to calculate GW….</a:t>
            </a:r>
          </a:p>
          <a:p>
            <a:pPr>
              <a:buNone/>
            </a:pPr>
            <a:r>
              <a:rPr lang="en-US" sz="2800" dirty="0"/>
              <a:t>Negative Goodwill / Bargain Purchase</a:t>
            </a:r>
          </a:p>
          <a:p>
            <a:r>
              <a:rPr lang="en-US" sz="2800" dirty="0"/>
              <a:t>PC less than value of net assets purchased</a:t>
            </a:r>
          </a:p>
          <a:p>
            <a:r>
              <a:rPr lang="en-US" sz="2800" dirty="0"/>
              <a:t>Referred to as bargain purchase rather than negative goodwill</a:t>
            </a:r>
          </a:p>
          <a:p>
            <a:r>
              <a:rPr lang="en-US" sz="2800" dirty="0"/>
              <a:t>Standard requires review of calculation of assets and liabilities values </a:t>
            </a:r>
          </a:p>
          <a:p>
            <a:r>
              <a:rPr lang="en-US" sz="2800" dirty="0"/>
              <a:t>Write off to income statement</a:t>
            </a:r>
          </a:p>
          <a:p>
            <a:endParaRPr lang="en-GB" dirty="0"/>
          </a:p>
        </p:txBody>
      </p:sp>
    </p:spTree>
    <p:extLst>
      <p:ext uri="{BB962C8B-B14F-4D97-AF65-F5344CB8AC3E}">
        <p14:creationId xmlns:p14="http://schemas.microsoft.com/office/powerpoint/2010/main" val="4102828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40C8-031D-28DF-7EFC-A66B6B246B1D}"/>
              </a:ext>
            </a:extLst>
          </p:cNvPr>
          <p:cNvSpPr>
            <a:spLocks noGrp="1"/>
          </p:cNvSpPr>
          <p:nvPr>
            <p:ph type="title"/>
          </p:nvPr>
        </p:nvSpPr>
        <p:spPr>
          <a:xfrm>
            <a:off x="146303" y="274638"/>
            <a:ext cx="8897335" cy="563562"/>
          </a:xfrm>
        </p:spPr>
        <p:txBody>
          <a:bodyPr>
            <a:normAutofit fontScale="90000"/>
          </a:bodyPr>
          <a:lstStyle/>
          <a:p>
            <a:r>
              <a:rPr lang="en-US" dirty="0"/>
              <a:t>Business Combination Achieved in Stages</a:t>
            </a:r>
            <a:endParaRPr lang="en-GB" dirty="0"/>
          </a:p>
        </p:txBody>
      </p:sp>
      <p:sp>
        <p:nvSpPr>
          <p:cNvPr id="3" name="Date Placeholder 2">
            <a:extLst>
              <a:ext uri="{FF2B5EF4-FFF2-40B4-BE49-F238E27FC236}">
                <a16:creationId xmlns:a16="http://schemas.microsoft.com/office/drawing/2014/main" id="{00808387-B0C8-5F77-7F4C-4C7BD7B86CF0}"/>
              </a:ext>
            </a:extLst>
          </p:cNvPr>
          <p:cNvSpPr>
            <a:spLocks noGrp="1"/>
          </p:cNvSpPr>
          <p:nvPr>
            <p:ph type="dt" sz="half" idx="10"/>
          </p:nvPr>
        </p:nvSpPr>
        <p:spPr/>
        <p:txBody>
          <a:bodyPr/>
          <a:lstStyle/>
          <a:p>
            <a:fld id="{779D8334-AEFA-424E-B6A9-A19F3BF2D7D8}" type="datetime1">
              <a:rPr lang="en-US" smtClean="0"/>
              <a:t>1/26/2026</a:t>
            </a:fld>
            <a:endParaRPr lang="en-US"/>
          </a:p>
        </p:txBody>
      </p:sp>
      <p:sp>
        <p:nvSpPr>
          <p:cNvPr id="4" name="Footer Placeholder 3">
            <a:extLst>
              <a:ext uri="{FF2B5EF4-FFF2-40B4-BE49-F238E27FC236}">
                <a16:creationId xmlns:a16="http://schemas.microsoft.com/office/drawing/2014/main" id="{37996DE6-8A01-487E-AB78-AB675E2B3532}"/>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C1F101F8-694C-B30D-4C3D-D5F3B28C7EE6}"/>
              </a:ext>
            </a:extLst>
          </p:cNvPr>
          <p:cNvSpPr>
            <a:spLocks noGrp="1"/>
          </p:cNvSpPr>
          <p:nvPr>
            <p:ph type="sldNum" sz="quarter" idx="12"/>
          </p:nvPr>
        </p:nvSpPr>
        <p:spPr/>
        <p:txBody>
          <a:bodyPr/>
          <a:lstStyle/>
          <a:p>
            <a:fld id="{589DF8A6-85FE-4AF5-BEA1-6B187FEF4D6A}" type="slidenum">
              <a:rPr lang="en-US" smtClean="0"/>
              <a:pPr/>
              <a:t>13</a:t>
            </a:fld>
            <a:endParaRPr lang="en-US"/>
          </a:p>
        </p:txBody>
      </p:sp>
      <p:sp>
        <p:nvSpPr>
          <p:cNvPr id="6" name="Content Placeholder 5">
            <a:extLst>
              <a:ext uri="{FF2B5EF4-FFF2-40B4-BE49-F238E27FC236}">
                <a16:creationId xmlns:a16="http://schemas.microsoft.com/office/drawing/2014/main" id="{B59585ED-8B4F-9935-2443-84F409902530}"/>
              </a:ext>
            </a:extLst>
          </p:cNvPr>
          <p:cNvSpPr>
            <a:spLocks noGrp="1"/>
          </p:cNvSpPr>
          <p:nvPr>
            <p:ph sz="quarter" idx="1"/>
          </p:nvPr>
        </p:nvSpPr>
        <p:spPr>
          <a:xfrm>
            <a:off x="374904" y="1046355"/>
            <a:ext cx="8273796" cy="5309839"/>
          </a:xfrm>
        </p:spPr>
        <p:txBody>
          <a:bodyPr/>
          <a:lstStyle/>
          <a:p>
            <a:r>
              <a:rPr lang="en-US" dirty="0"/>
              <a:t>Control may be achieved in stages – Starting from simple trade investment (IFRS 9), to an associate (IAS 28) and finally breaking the 50% barrier to achieve control (IFRS 3 and IFRS 10).</a:t>
            </a:r>
          </a:p>
          <a:p>
            <a:r>
              <a:rPr lang="en-US" dirty="0"/>
              <a:t>This is described as Step-Acquisition or Piecemeal Acquisition.</a:t>
            </a:r>
          </a:p>
          <a:p>
            <a:r>
              <a:rPr lang="en-US" dirty="0"/>
              <a:t>Any subsequent acquisition that establishes control, the standard requires the remeasurement of previously held interest to fair value.</a:t>
            </a:r>
          </a:p>
          <a:p>
            <a:r>
              <a:rPr lang="en-US" dirty="0"/>
              <a:t>Gains and losses recognised in profit or loss.</a:t>
            </a:r>
          </a:p>
          <a:p>
            <a:r>
              <a:rPr lang="en-US" dirty="0"/>
              <a:t>And once control is achieved, acquisition accounting must be applied. </a:t>
            </a:r>
            <a:endParaRPr lang="en-GB" dirty="0"/>
          </a:p>
        </p:txBody>
      </p:sp>
    </p:spTree>
    <p:extLst>
      <p:ext uri="{BB962C8B-B14F-4D97-AF65-F5344CB8AC3E}">
        <p14:creationId xmlns:p14="http://schemas.microsoft.com/office/powerpoint/2010/main" val="59976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3BC8C-3E74-A572-8908-04FED512B7EE}"/>
              </a:ext>
            </a:extLst>
          </p:cNvPr>
          <p:cNvSpPr>
            <a:spLocks noGrp="1"/>
          </p:cNvSpPr>
          <p:nvPr>
            <p:ph type="title"/>
          </p:nvPr>
        </p:nvSpPr>
        <p:spPr>
          <a:xfrm>
            <a:off x="914400" y="274638"/>
            <a:ext cx="7772400" cy="563562"/>
          </a:xfrm>
        </p:spPr>
        <p:txBody>
          <a:bodyPr>
            <a:normAutofit fontScale="90000"/>
          </a:bodyPr>
          <a:lstStyle/>
          <a:p>
            <a:r>
              <a:rPr lang="en-US" dirty="0"/>
              <a:t>IFRS 3 – Measurement Period</a:t>
            </a:r>
            <a:endParaRPr lang="en-GB" dirty="0"/>
          </a:p>
        </p:txBody>
      </p:sp>
      <p:sp>
        <p:nvSpPr>
          <p:cNvPr id="3" name="Date Placeholder 2">
            <a:extLst>
              <a:ext uri="{FF2B5EF4-FFF2-40B4-BE49-F238E27FC236}">
                <a16:creationId xmlns:a16="http://schemas.microsoft.com/office/drawing/2014/main" id="{52F7AB38-9D03-9427-C605-B14EC5034167}"/>
              </a:ext>
            </a:extLst>
          </p:cNvPr>
          <p:cNvSpPr>
            <a:spLocks noGrp="1"/>
          </p:cNvSpPr>
          <p:nvPr>
            <p:ph type="dt" sz="half" idx="10"/>
          </p:nvPr>
        </p:nvSpPr>
        <p:spPr/>
        <p:txBody>
          <a:bodyPr/>
          <a:lstStyle/>
          <a:p>
            <a:fld id="{779D8334-AEFA-424E-B6A9-A19F3BF2D7D8}" type="datetime1">
              <a:rPr lang="en-US" smtClean="0"/>
              <a:t>1/25/2026</a:t>
            </a:fld>
            <a:endParaRPr lang="en-US"/>
          </a:p>
        </p:txBody>
      </p:sp>
      <p:sp>
        <p:nvSpPr>
          <p:cNvPr id="4" name="Footer Placeholder 3">
            <a:extLst>
              <a:ext uri="{FF2B5EF4-FFF2-40B4-BE49-F238E27FC236}">
                <a16:creationId xmlns:a16="http://schemas.microsoft.com/office/drawing/2014/main" id="{258C3FFA-C74F-0B3B-6377-7EA3D0E7348B}"/>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7FADBDEB-62E2-1005-E35B-4716FB5A9303}"/>
              </a:ext>
            </a:extLst>
          </p:cNvPr>
          <p:cNvSpPr>
            <a:spLocks noGrp="1"/>
          </p:cNvSpPr>
          <p:nvPr>
            <p:ph type="sldNum" sz="quarter" idx="12"/>
          </p:nvPr>
        </p:nvSpPr>
        <p:spPr/>
        <p:txBody>
          <a:bodyPr/>
          <a:lstStyle/>
          <a:p>
            <a:fld id="{589DF8A6-85FE-4AF5-BEA1-6B187FEF4D6A}" type="slidenum">
              <a:rPr lang="en-US" smtClean="0"/>
              <a:pPr/>
              <a:t>14</a:t>
            </a:fld>
            <a:endParaRPr lang="en-US"/>
          </a:p>
        </p:txBody>
      </p:sp>
      <p:sp>
        <p:nvSpPr>
          <p:cNvPr id="6" name="Content Placeholder 5">
            <a:extLst>
              <a:ext uri="{FF2B5EF4-FFF2-40B4-BE49-F238E27FC236}">
                <a16:creationId xmlns:a16="http://schemas.microsoft.com/office/drawing/2014/main" id="{E541038C-7D00-6812-8C89-466EA153D8EE}"/>
              </a:ext>
            </a:extLst>
          </p:cNvPr>
          <p:cNvSpPr>
            <a:spLocks noGrp="1"/>
          </p:cNvSpPr>
          <p:nvPr>
            <p:ph sz="quarter" idx="1"/>
          </p:nvPr>
        </p:nvSpPr>
        <p:spPr>
          <a:xfrm>
            <a:off x="285750" y="925829"/>
            <a:ext cx="8629650" cy="5430365"/>
          </a:xfrm>
        </p:spPr>
        <p:txBody>
          <a:bodyPr>
            <a:normAutofit/>
          </a:bodyPr>
          <a:lstStyle/>
          <a:p>
            <a:r>
              <a:rPr lang="en-US" dirty="0"/>
              <a:t>The measurement period allows the acquirer to </a:t>
            </a:r>
            <a:r>
              <a:rPr lang="en-US" dirty="0" err="1"/>
              <a:t>finalise</a:t>
            </a:r>
            <a:r>
              <a:rPr lang="en-US" dirty="0"/>
              <a:t> the accounting for the business combination</a:t>
            </a:r>
          </a:p>
          <a:p>
            <a:r>
              <a:rPr lang="en-US" dirty="0"/>
              <a:t>The measurement period ends as soon as the acquirer receives the information it was seeking about facts and circumstances that existed as of the acquisition date or learns that more information is not obtainable.</a:t>
            </a:r>
          </a:p>
          <a:p>
            <a:r>
              <a:rPr lang="en-US" dirty="0"/>
              <a:t>The measurement period cannot exceed one year from the acquisition date and no adjustments are permitted after one year except to correct an error in accordance with IAS 8.</a:t>
            </a:r>
          </a:p>
          <a:p>
            <a:r>
              <a:rPr lang="en-US" dirty="0"/>
              <a:t>After the measurement period ends, any subsequent adjustments to the accounting for the business combination would be recognised in profit or loss.</a:t>
            </a:r>
          </a:p>
          <a:p>
            <a:endParaRPr lang="en-GB" dirty="0"/>
          </a:p>
        </p:txBody>
      </p:sp>
    </p:spTree>
    <p:extLst>
      <p:ext uri="{BB962C8B-B14F-4D97-AF65-F5344CB8AC3E}">
        <p14:creationId xmlns:p14="http://schemas.microsoft.com/office/powerpoint/2010/main" val="672544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A0CA-1A04-E3B5-D8B8-3D16F02FAE37}"/>
              </a:ext>
            </a:extLst>
          </p:cNvPr>
          <p:cNvSpPr>
            <a:spLocks noGrp="1"/>
          </p:cNvSpPr>
          <p:nvPr>
            <p:ph type="title"/>
          </p:nvPr>
        </p:nvSpPr>
        <p:spPr>
          <a:xfrm>
            <a:off x="412595" y="274638"/>
            <a:ext cx="8274205" cy="762425"/>
          </a:xfrm>
        </p:spPr>
        <p:txBody>
          <a:bodyPr/>
          <a:lstStyle/>
          <a:p>
            <a:r>
              <a:rPr lang="en-US" dirty="0"/>
              <a:t>IFRS 3 – Acquisition Related Costs</a:t>
            </a:r>
            <a:endParaRPr lang="en-GB" dirty="0"/>
          </a:p>
        </p:txBody>
      </p:sp>
      <p:sp>
        <p:nvSpPr>
          <p:cNvPr id="3" name="Date Placeholder 2">
            <a:extLst>
              <a:ext uri="{FF2B5EF4-FFF2-40B4-BE49-F238E27FC236}">
                <a16:creationId xmlns:a16="http://schemas.microsoft.com/office/drawing/2014/main" id="{E07E649A-EFC8-58F9-D3D6-F51873D5A659}"/>
              </a:ext>
            </a:extLst>
          </p:cNvPr>
          <p:cNvSpPr>
            <a:spLocks noGrp="1"/>
          </p:cNvSpPr>
          <p:nvPr>
            <p:ph type="dt" sz="half" idx="10"/>
          </p:nvPr>
        </p:nvSpPr>
        <p:spPr/>
        <p:txBody>
          <a:bodyPr/>
          <a:lstStyle/>
          <a:p>
            <a:fld id="{779D8334-AEFA-424E-B6A9-A19F3BF2D7D8}" type="datetime1">
              <a:rPr lang="en-US" smtClean="0"/>
              <a:t>1/26/2026</a:t>
            </a:fld>
            <a:endParaRPr lang="en-US"/>
          </a:p>
        </p:txBody>
      </p:sp>
      <p:sp>
        <p:nvSpPr>
          <p:cNvPr id="4" name="Footer Placeholder 3">
            <a:extLst>
              <a:ext uri="{FF2B5EF4-FFF2-40B4-BE49-F238E27FC236}">
                <a16:creationId xmlns:a16="http://schemas.microsoft.com/office/drawing/2014/main" id="{915D0B4C-6DE3-6187-EB7C-3EFBF1AF634A}"/>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FF245A40-797F-044B-EAF9-77A51ABB112B}"/>
              </a:ext>
            </a:extLst>
          </p:cNvPr>
          <p:cNvSpPr>
            <a:spLocks noGrp="1"/>
          </p:cNvSpPr>
          <p:nvPr>
            <p:ph type="sldNum" sz="quarter" idx="12"/>
          </p:nvPr>
        </p:nvSpPr>
        <p:spPr/>
        <p:txBody>
          <a:bodyPr/>
          <a:lstStyle/>
          <a:p>
            <a:fld id="{589DF8A6-85FE-4AF5-BEA1-6B187FEF4D6A}" type="slidenum">
              <a:rPr lang="en-US" smtClean="0"/>
              <a:pPr/>
              <a:t>15</a:t>
            </a:fld>
            <a:endParaRPr lang="en-US"/>
          </a:p>
        </p:txBody>
      </p:sp>
      <p:sp>
        <p:nvSpPr>
          <p:cNvPr id="6" name="Content Placeholder 5">
            <a:extLst>
              <a:ext uri="{FF2B5EF4-FFF2-40B4-BE49-F238E27FC236}">
                <a16:creationId xmlns:a16="http://schemas.microsoft.com/office/drawing/2014/main" id="{6F266BF0-7D50-7222-D195-11569FA462FC}"/>
              </a:ext>
            </a:extLst>
          </p:cNvPr>
          <p:cNvSpPr>
            <a:spLocks noGrp="1"/>
          </p:cNvSpPr>
          <p:nvPr>
            <p:ph sz="quarter" idx="1"/>
          </p:nvPr>
        </p:nvSpPr>
        <p:spPr>
          <a:xfrm>
            <a:off x="412595" y="1447799"/>
            <a:ext cx="8452625" cy="4941849"/>
          </a:xfrm>
        </p:spPr>
        <p:txBody>
          <a:bodyPr>
            <a:normAutofit/>
          </a:bodyPr>
          <a:lstStyle/>
          <a:p>
            <a:r>
              <a:rPr lang="en-US" dirty="0"/>
              <a:t>Acquisition-related costs, under IFRS 3, are generally to be charged as an expense in the period in which the costs are incurred and the related services received. </a:t>
            </a:r>
          </a:p>
          <a:p>
            <a:r>
              <a:rPr lang="en-US" dirty="0"/>
              <a:t>Examples of these costs include: Accounting fees; Internal acquisition department cost; Advisory fees; Legal fees; Consulting fees; </a:t>
            </a:r>
          </a:p>
          <a:p>
            <a:r>
              <a:rPr lang="en-US" dirty="0"/>
              <a:t>IFRS 3 makes an exception to the general rule of charging acquisition-related costs against profit with respect to costs to register and issue equity or debt securities. </a:t>
            </a:r>
          </a:p>
          <a:p>
            <a:r>
              <a:rPr lang="en-US" dirty="0"/>
              <a:t>These costs are to be recognised in accordance with IAS 32 and IFRS 9. </a:t>
            </a:r>
            <a:endParaRPr lang="en-GB" dirty="0"/>
          </a:p>
        </p:txBody>
      </p:sp>
    </p:spTree>
    <p:extLst>
      <p:ext uri="{BB962C8B-B14F-4D97-AF65-F5344CB8AC3E}">
        <p14:creationId xmlns:p14="http://schemas.microsoft.com/office/powerpoint/2010/main" val="11677647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5994</TotalTime>
  <Words>1161</Words>
  <Application>Microsoft Office PowerPoint</Application>
  <PresentationFormat>On-screen Show (4:3)</PresentationFormat>
  <Paragraphs>146</Paragraphs>
  <Slides>15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Adobe Gothic Std B</vt:lpstr>
      <vt:lpstr>Arial Narrow</vt:lpstr>
      <vt:lpstr>Calibri</vt:lpstr>
      <vt:lpstr>Franklin Gothic Book</vt:lpstr>
      <vt:lpstr>Perpetua</vt:lpstr>
      <vt:lpstr>Wingdings 2</vt:lpstr>
      <vt:lpstr>Equity</vt:lpstr>
      <vt:lpstr>ADVANCED FINANCIAL REPORTING</vt:lpstr>
      <vt:lpstr>IFRS 3 - LEARNING OBJECTIVES</vt:lpstr>
      <vt:lpstr>IFRS 3 – Objective and Scope</vt:lpstr>
      <vt:lpstr>IFRS 3 – Key Definitions</vt:lpstr>
      <vt:lpstr>IFRS 3 – ACQUISTION ACCOUNTING</vt:lpstr>
      <vt:lpstr>IFRS 3 - Acquisition Accounting</vt:lpstr>
      <vt:lpstr>Reflection</vt:lpstr>
      <vt:lpstr>IFRS 3 – Acquired Assets and Liabilities</vt:lpstr>
      <vt:lpstr>IFRS 3 – Non-controlling Interest (NCI)</vt:lpstr>
      <vt:lpstr>IFRS 3 – Goodwill and Bargain Purchase</vt:lpstr>
      <vt:lpstr>IFRS 3 – Goodwill and Bargain Purchase</vt:lpstr>
      <vt:lpstr>IFRS 3 – Goodwill and Bargain Purchase</vt:lpstr>
      <vt:lpstr>Business Combination Achieved in Stages</vt:lpstr>
      <vt:lpstr>IFRS 3 – Measurement Period</vt:lpstr>
      <vt:lpstr>IFRS 3 – Acquisition Related Costs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Toshiba</dc:creator>
  <cp:lastModifiedBy>Comfort ANIPA</cp:lastModifiedBy>
  <cp:revision>2</cp:revision>
  <dcterms:created xsi:type="dcterms:W3CDTF">2014-09-06T11:32:07Z</dcterms:created>
  <dcterms:modified xsi:type="dcterms:W3CDTF">2026-01-26T20:47:26Z</dcterms:modified>
</cp:coreProperties>
</file>